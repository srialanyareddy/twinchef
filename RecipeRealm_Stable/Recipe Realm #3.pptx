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0C43FF-1A0D-4E08-9277-32A7DB61739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A5FFF6E-B3DB-484E-9ECD-C154753A85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Dual LLM and Searching system</a:t>
          </a:r>
        </a:p>
      </dgm:t>
    </dgm:pt>
    <dgm:pt modelId="{27A6F0DC-749E-43DA-AD56-07F0362C9D05}" type="parTrans" cxnId="{57EF62E7-C285-47A9-9736-2A5DDC115A59}">
      <dgm:prSet/>
      <dgm:spPr/>
      <dgm:t>
        <a:bodyPr/>
        <a:lstStyle/>
        <a:p>
          <a:endParaRPr lang="en-US"/>
        </a:p>
      </dgm:t>
    </dgm:pt>
    <dgm:pt modelId="{87ED80C3-C234-4FD0-BB78-E1E15260661D}" type="sibTrans" cxnId="{57EF62E7-C285-47A9-9736-2A5DDC115A59}">
      <dgm:prSet/>
      <dgm:spPr/>
      <dgm:t>
        <a:bodyPr/>
        <a:lstStyle/>
        <a:p>
          <a:endParaRPr lang="en-US"/>
        </a:p>
      </dgm:t>
    </dgm:pt>
    <dgm:pt modelId="{D92B4228-2AD5-4CED-9B7E-1DF04E758D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Ingredient based results</a:t>
          </a:r>
        </a:p>
      </dgm:t>
    </dgm:pt>
    <dgm:pt modelId="{96E65ADF-4DDE-401E-AEF1-40F3834C65AA}" type="parTrans" cxnId="{EDF5193C-609B-4A5D-8509-6DAB52FF7EB4}">
      <dgm:prSet/>
      <dgm:spPr/>
      <dgm:t>
        <a:bodyPr/>
        <a:lstStyle/>
        <a:p>
          <a:endParaRPr lang="en-US"/>
        </a:p>
      </dgm:t>
    </dgm:pt>
    <dgm:pt modelId="{0B25456F-8EDA-462C-A948-9246F554F677}" type="sibTrans" cxnId="{EDF5193C-609B-4A5D-8509-6DAB52FF7EB4}">
      <dgm:prSet/>
      <dgm:spPr/>
      <dgm:t>
        <a:bodyPr/>
        <a:lstStyle/>
        <a:p>
          <a:endParaRPr lang="en-US"/>
        </a:p>
      </dgm:t>
    </dgm:pt>
    <dgm:pt modelId="{029CCDC7-7B0E-46C6-B3B2-AA7695B673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Enhanced Doubt clarification</a:t>
          </a:r>
        </a:p>
      </dgm:t>
    </dgm:pt>
    <dgm:pt modelId="{284FF4E6-88D3-43F6-8138-7E40EC6C9298}" type="parTrans" cxnId="{FC6D1E32-4BF3-4F7C-B467-533A0DAD6BE6}">
      <dgm:prSet/>
      <dgm:spPr/>
      <dgm:t>
        <a:bodyPr/>
        <a:lstStyle/>
        <a:p>
          <a:endParaRPr lang="en-US"/>
        </a:p>
      </dgm:t>
    </dgm:pt>
    <dgm:pt modelId="{51094A0F-A721-42F6-9E06-24849B9AF544}" type="sibTrans" cxnId="{FC6D1E32-4BF3-4F7C-B467-533A0DAD6BE6}">
      <dgm:prSet/>
      <dgm:spPr/>
      <dgm:t>
        <a:bodyPr/>
        <a:lstStyle/>
        <a:p>
          <a:endParaRPr lang="en-US"/>
        </a:p>
      </dgm:t>
    </dgm:pt>
    <dgm:pt modelId="{CAE48D8E-F4D0-4896-B40C-DC355D3807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suggest substitutes for ingredients for any recipe</a:t>
          </a:r>
        </a:p>
      </dgm:t>
    </dgm:pt>
    <dgm:pt modelId="{440EC5E4-50B4-4331-8D5C-B87BA408A11C}" type="parTrans" cxnId="{59575E59-892F-4F12-AD3A-E0CBD40B01B4}">
      <dgm:prSet/>
      <dgm:spPr/>
      <dgm:t>
        <a:bodyPr/>
        <a:lstStyle/>
        <a:p>
          <a:endParaRPr lang="en-US"/>
        </a:p>
      </dgm:t>
    </dgm:pt>
    <dgm:pt modelId="{5C67B026-44A8-478E-8015-666160701CC4}" type="sibTrans" cxnId="{59575E59-892F-4F12-AD3A-E0CBD40B01B4}">
      <dgm:prSet/>
      <dgm:spPr/>
      <dgm:t>
        <a:bodyPr/>
        <a:lstStyle/>
        <a:p>
          <a:endParaRPr lang="en-US"/>
        </a:p>
      </dgm:t>
    </dgm:pt>
    <dgm:pt modelId="{E9BB2D2F-3CCD-4863-BBC0-98F3C0A324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 suggestions</a:t>
          </a:r>
        </a:p>
      </dgm:t>
    </dgm:pt>
    <dgm:pt modelId="{7E59F1A6-6EDD-4FC2-BAE2-876280F0589A}" type="parTrans" cxnId="{471EDA55-EBD8-4C75-BF52-7D25E26C9D88}">
      <dgm:prSet/>
      <dgm:spPr/>
      <dgm:t>
        <a:bodyPr/>
        <a:lstStyle/>
        <a:p>
          <a:endParaRPr lang="en-US"/>
        </a:p>
      </dgm:t>
    </dgm:pt>
    <dgm:pt modelId="{DE0A3D39-5F61-4B93-9238-31D2F339A52D}" type="sibTrans" cxnId="{471EDA55-EBD8-4C75-BF52-7D25E26C9D88}">
      <dgm:prSet/>
      <dgm:spPr/>
      <dgm:t>
        <a:bodyPr/>
        <a:lstStyle/>
        <a:p>
          <a:endParaRPr lang="en-US"/>
        </a:p>
      </dgm:t>
    </dgm:pt>
    <dgm:pt modelId="{A1DC7894-7B35-47B6-AD58-0D84A59408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Friendly User Interface</a:t>
          </a:r>
        </a:p>
      </dgm:t>
    </dgm:pt>
    <dgm:pt modelId="{2D37CD77-6A06-47FB-89A3-F84F36B088CB}" type="parTrans" cxnId="{61B59EB3-12D8-46BC-BC3E-0A764B9727DE}">
      <dgm:prSet/>
      <dgm:spPr/>
      <dgm:t>
        <a:bodyPr/>
        <a:lstStyle/>
        <a:p>
          <a:endParaRPr lang="en-US"/>
        </a:p>
      </dgm:t>
    </dgm:pt>
    <dgm:pt modelId="{B9B607E4-7781-454C-A484-95E12D3CEFB3}" type="sibTrans" cxnId="{61B59EB3-12D8-46BC-BC3E-0A764B9727DE}">
      <dgm:prSet/>
      <dgm:spPr/>
      <dgm:t>
        <a:bodyPr/>
        <a:lstStyle/>
        <a:p>
          <a:endParaRPr lang="en-US"/>
        </a:p>
      </dgm:t>
    </dgm:pt>
    <dgm:pt modelId="{C1B7DDC7-F53D-41E9-AD7B-ED7ABDDBC0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Detailed Information about recipes</a:t>
          </a:r>
        </a:p>
      </dgm:t>
    </dgm:pt>
    <dgm:pt modelId="{B1BD79DB-6B37-4856-8F19-9339A2B38BA2}" type="parTrans" cxnId="{80D32977-5B7D-467C-84AA-7CB0C4EC4D04}">
      <dgm:prSet/>
      <dgm:spPr/>
      <dgm:t>
        <a:bodyPr/>
        <a:lstStyle/>
        <a:p>
          <a:endParaRPr lang="en-US"/>
        </a:p>
      </dgm:t>
    </dgm:pt>
    <dgm:pt modelId="{C466D72F-4B14-48C0-8403-C50FF27D9667}" type="sibTrans" cxnId="{80D32977-5B7D-467C-84AA-7CB0C4EC4D04}">
      <dgm:prSet/>
      <dgm:spPr/>
      <dgm:t>
        <a:bodyPr/>
        <a:lstStyle/>
        <a:p>
          <a:endParaRPr lang="en-US"/>
        </a:p>
      </dgm:t>
    </dgm:pt>
    <dgm:pt modelId="{C13AED41-8187-4FF2-88CD-0538FA4D18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Enhanced Interaction with LLMs</a:t>
          </a:r>
        </a:p>
      </dgm:t>
    </dgm:pt>
    <dgm:pt modelId="{E9DE5BEE-4053-4733-BCB1-3A8B5D68110D}" type="parTrans" cxnId="{AD217DD7-C1F1-4D4E-9775-D8465CF7F7CE}">
      <dgm:prSet/>
      <dgm:spPr/>
      <dgm:t>
        <a:bodyPr/>
        <a:lstStyle/>
        <a:p>
          <a:endParaRPr lang="en-US"/>
        </a:p>
      </dgm:t>
    </dgm:pt>
    <dgm:pt modelId="{920669E7-A02C-43C6-BE3C-B4AE950771E6}" type="sibTrans" cxnId="{AD217DD7-C1F1-4D4E-9775-D8465CF7F7CE}">
      <dgm:prSet/>
      <dgm:spPr/>
      <dgm:t>
        <a:bodyPr/>
        <a:lstStyle/>
        <a:p>
          <a:endParaRPr lang="en-US"/>
        </a:p>
      </dgm:t>
    </dgm:pt>
    <dgm:pt modelId="{82A478D9-FAF8-405A-A607-225DE6C4F74D}" type="pres">
      <dgm:prSet presAssocID="{1A0C43FF-1A0D-4E08-9277-32A7DB617398}" presName="vert0" presStyleCnt="0">
        <dgm:presLayoutVars>
          <dgm:dir/>
          <dgm:animOne val="branch"/>
          <dgm:animLvl val="lvl"/>
        </dgm:presLayoutVars>
      </dgm:prSet>
      <dgm:spPr/>
    </dgm:pt>
    <dgm:pt modelId="{AB6B1E0F-F5E4-4CDF-8819-9FC956613A39}" type="pres">
      <dgm:prSet presAssocID="{1A5FFF6E-B3DB-484E-9ECD-C154753A852D}" presName="thickLine" presStyleLbl="alignNode1" presStyleIdx="0" presStyleCnt="8"/>
      <dgm:spPr/>
    </dgm:pt>
    <dgm:pt modelId="{604E0262-B3A7-4B12-A22E-67BD96FBD4B4}" type="pres">
      <dgm:prSet presAssocID="{1A5FFF6E-B3DB-484E-9ECD-C154753A852D}" presName="horz1" presStyleCnt="0"/>
      <dgm:spPr/>
    </dgm:pt>
    <dgm:pt modelId="{C96E7B64-9014-4A3C-BE6F-68F30FA1013A}" type="pres">
      <dgm:prSet presAssocID="{1A5FFF6E-B3DB-484E-9ECD-C154753A852D}" presName="tx1" presStyleLbl="revTx" presStyleIdx="0" presStyleCnt="8"/>
      <dgm:spPr/>
    </dgm:pt>
    <dgm:pt modelId="{9558DE18-D8E2-46F6-B54A-A0C7BE34DBCE}" type="pres">
      <dgm:prSet presAssocID="{1A5FFF6E-B3DB-484E-9ECD-C154753A852D}" presName="vert1" presStyleCnt="0"/>
      <dgm:spPr/>
    </dgm:pt>
    <dgm:pt modelId="{F3726E4F-EF14-4FE7-A351-966446FB6214}" type="pres">
      <dgm:prSet presAssocID="{D92B4228-2AD5-4CED-9B7E-1DF04E758D85}" presName="thickLine" presStyleLbl="alignNode1" presStyleIdx="1" presStyleCnt="8"/>
      <dgm:spPr/>
    </dgm:pt>
    <dgm:pt modelId="{BF5DE0C3-303D-41A7-98F4-A46D372BD8E1}" type="pres">
      <dgm:prSet presAssocID="{D92B4228-2AD5-4CED-9B7E-1DF04E758D85}" presName="horz1" presStyleCnt="0"/>
      <dgm:spPr/>
    </dgm:pt>
    <dgm:pt modelId="{9505F3AC-7597-459E-97E1-34B82D6EB3AA}" type="pres">
      <dgm:prSet presAssocID="{D92B4228-2AD5-4CED-9B7E-1DF04E758D85}" presName="tx1" presStyleLbl="revTx" presStyleIdx="1" presStyleCnt="8"/>
      <dgm:spPr/>
    </dgm:pt>
    <dgm:pt modelId="{B1D52D31-D2EF-4FDB-B41C-F3F44AB2E353}" type="pres">
      <dgm:prSet presAssocID="{D92B4228-2AD5-4CED-9B7E-1DF04E758D85}" presName="vert1" presStyleCnt="0"/>
      <dgm:spPr/>
    </dgm:pt>
    <dgm:pt modelId="{B46F970B-A5A4-4A2E-939A-9C000300CC9F}" type="pres">
      <dgm:prSet presAssocID="{029CCDC7-7B0E-46C6-B3B2-AA7695B673F6}" presName="thickLine" presStyleLbl="alignNode1" presStyleIdx="2" presStyleCnt="8"/>
      <dgm:spPr/>
    </dgm:pt>
    <dgm:pt modelId="{8E2F9BCF-030D-4998-B5D1-745E0D6C8C6C}" type="pres">
      <dgm:prSet presAssocID="{029CCDC7-7B0E-46C6-B3B2-AA7695B673F6}" presName="horz1" presStyleCnt="0"/>
      <dgm:spPr/>
    </dgm:pt>
    <dgm:pt modelId="{2E66C626-386D-4185-AE2E-69ADDCA8C257}" type="pres">
      <dgm:prSet presAssocID="{029CCDC7-7B0E-46C6-B3B2-AA7695B673F6}" presName="tx1" presStyleLbl="revTx" presStyleIdx="2" presStyleCnt="8"/>
      <dgm:spPr/>
    </dgm:pt>
    <dgm:pt modelId="{E176C008-4A89-4A83-8837-A2C9C7B0BF6B}" type="pres">
      <dgm:prSet presAssocID="{029CCDC7-7B0E-46C6-B3B2-AA7695B673F6}" presName="vert1" presStyleCnt="0"/>
      <dgm:spPr/>
    </dgm:pt>
    <dgm:pt modelId="{6261299A-4172-40EA-AD59-12DB5C8E6E3B}" type="pres">
      <dgm:prSet presAssocID="{CAE48D8E-F4D0-4896-B40C-DC355D380739}" presName="thickLine" presStyleLbl="alignNode1" presStyleIdx="3" presStyleCnt="8"/>
      <dgm:spPr/>
    </dgm:pt>
    <dgm:pt modelId="{12653813-D40A-4B5B-8AB0-6C4D0082152A}" type="pres">
      <dgm:prSet presAssocID="{CAE48D8E-F4D0-4896-B40C-DC355D380739}" presName="horz1" presStyleCnt="0"/>
      <dgm:spPr/>
    </dgm:pt>
    <dgm:pt modelId="{91035CC5-E367-4608-B07A-0D6F18203945}" type="pres">
      <dgm:prSet presAssocID="{CAE48D8E-F4D0-4896-B40C-DC355D380739}" presName="tx1" presStyleLbl="revTx" presStyleIdx="3" presStyleCnt="8"/>
      <dgm:spPr/>
    </dgm:pt>
    <dgm:pt modelId="{45FD3BA2-6376-4F74-8E8F-C77CD4BAD38F}" type="pres">
      <dgm:prSet presAssocID="{CAE48D8E-F4D0-4896-B40C-DC355D380739}" presName="vert1" presStyleCnt="0"/>
      <dgm:spPr/>
    </dgm:pt>
    <dgm:pt modelId="{EB598A76-F874-4BB8-A768-6E30C31981C0}" type="pres">
      <dgm:prSet presAssocID="{E9BB2D2F-3CCD-4863-BBC0-98F3C0A32422}" presName="thickLine" presStyleLbl="alignNode1" presStyleIdx="4" presStyleCnt="8"/>
      <dgm:spPr/>
    </dgm:pt>
    <dgm:pt modelId="{A18197B1-54B7-4124-A350-862CF9E7EC33}" type="pres">
      <dgm:prSet presAssocID="{E9BB2D2F-3CCD-4863-BBC0-98F3C0A32422}" presName="horz1" presStyleCnt="0"/>
      <dgm:spPr/>
    </dgm:pt>
    <dgm:pt modelId="{A35C4524-1A4E-475F-96AB-C2588A16229D}" type="pres">
      <dgm:prSet presAssocID="{E9BB2D2F-3CCD-4863-BBC0-98F3C0A32422}" presName="tx1" presStyleLbl="revTx" presStyleIdx="4" presStyleCnt="8"/>
      <dgm:spPr/>
    </dgm:pt>
    <dgm:pt modelId="{9081B275-FBE1-441E-8DDE-0AE1CB5ED95D}" type="pres">
      <dgm:prSet presAssocID="{E9BB2D2F-3CCD-4863-BBC0-98F3C0A32422}" presName="vert1" presStyleCnt="0"/>
      <dgm:spPr/>
    </dgm:pt>
    <dgm:pt modelId="{C1751D04-751E-4DCB-87DF-559557A58EE8}" type="pres">
      <dgm:prSet presAssocID="{A1DC7894-7B35-47B6-AD58-0D84A594083F}" presName="thickLine" presStyleLbl="alignNode1" presStyleIdx="5" presStyleCnt="8"/>
      <dgm:spPr/>
    </dgm:pt>
    <dgm:pt modelId="{143B5865-0FB0-4A9A-9656-1401AB3BF487}" type="pres">
      <dgm:prSet presAssocID="{A1DC7894-7B35-47B6-AD58-0D84A594083F}" presName="horz1" presStyleCnt="0"/>
      <dgm:spPr/>
    </dgm:pt>
    <dgm:pt modelId="{5436C8CF-4FB5-424B-9064-7F945A3D49C3}" type="pres">
      <dgm:prSet presAssocID="{A1DC7894-7B35-47B6-AD58-0D84A594083F}" presName="tx1" presStyleLbl="revTx" presStyleIdx="5" presStyleCnt="8"/>
      <dgm:spPr/>
    </dgm:pt>
    <dgm:pt modelId="{458DE66B-4277-439D-B170-5B8969692875}" type="pres">
      <dgm:prSet presAssocID="{A1DC7894-7B35-47B6-AD58-0D84A594083F}" presName="vert1" presStyleCnt="0"/>
      <dgm:spPr/>
    </dgm:pt>
    <dgm:pt modelId="{C58D446F-939B-4924-A16D-6FE6EA4889F0}" type="pres">
      <dgm:prSet presAssocID="{C1B7DDC7-F53D-41E9-AD7B-ED7ABDDBC0B7}" presName="thickLine" presStyleLbl="alignNode1" presStyleIdx="6" presStyleCnt="8"/>
      <dgm:spPr/>
    </dgm:pt>
    <dgm:pt modelId="{9B146FB3-84C4-4F58-81AD-258346070FE1}" type="pres">
      <dgm:prSet presAssocID="{C1B7DDC7-F53D-41E9-AD7B-ED7ABDDBC0B7}" presName="horz1" presStyleCnt="0"/>
      <dgm:spPr/>
    </dgm:pt>
    <dgm:pt modelId="{44F3A55A-A0D3-49BB-9122-6979F86C84AB}" type="pres">
      <dgm:prSet presAssocID="{C1B7DDC7-F53D-41E9-AD7B-ED7ABDDBC0B7}" presName="tx1" presStyleLbl="revTx" presStyleIdx="6" presStyleCnt="8"/>
      <dgm:spPr/>
    </dgm:pt>
    <dgm:pt modelId="{B15AEF94-ADBA-4FBE-A0EF-E53AC138A270}" type="pres">
      <dgm:prSet presAssocID="{C1B7DDC7-F53D-41E9-AD7B-ED7ABDDBC0B7}" presName="vert1" presStyleCnt="0"/>
      <dgm:spPr/>
    </dgm:pt>
    <dgm:pt modelId="{B48E6666-6689-44F8-80FB-A9EAF692C268}" type="pres">
      <dgm:prSet presAssocID="{C13AED41-8187-4FF2-88CD-0538FA4D18D4}" presName="thickLine" presStyleLbl="alignNode1" presStyleIdx="7" presStyleCnt="8"/>
      <dgm:spPr/>
    </dgm:pt>
    <dgm:pt modelId="{B5B7B586-739C-4739-AF19-02A74128830B}" type="pres">
      <dgm:prSet presAssocID="{C13AED41-8187-4FF2-88CD-0538FA4D18D4}" presName="horz1" presStyleCnt="0"/>
      <dgm:spPr/>
    </dgm:pt>
    <dgm:pt modelId="{26235DE2-C8DC-48F8-90B3-09111F12EB56}" type="pres">
      <dgm:prSet presAssocID="{C13AED41-8187-4FF2-88CD-0538FA4D18D4}" presName="tx1" presStyleLbl="revTx" presStyleIdx="7" presStyleCnt="8"/>
      <dgm:spPr/>
    </dgm:pt>
    <dgm:pt modelId="{33340A35-EA76-4ADF-97B2-4771855E69D2}" type="pres">
      <dgm:prSet presAssocID="{C13AED41-8187-4FF2-88CD-0538FA4D18D4}" presName="vert1" presStyleCnt="0"/>
      <dgm:spPr/>
    </dgm:pt>
  </dgm:ptLst>
  <dgm:cxnLst>
    <dgm:cxn modelId="{E3E9A903-598F-4EDD-A34F-52428EC77157}" type="presOf" srcId="{E9BB2D2F-3CCD-4863-BBC0-98F3C0A32422}" destId="{A35C4524-1A4E-475F-96AB-C2588A16229D}" srcOrd="0" destOrd="0" presId="urn:microsoft.com/office/officeart/2008/layout/LinedList"/>
    <dgm:cxn modelId="{BB6F7622-D955-41E5-B9B8-756C2AB1AA56}" type="presOf" srcId="{C13AED41-8187-4FF2-88CD-0538FA4D18D4}" destId="{26235DE2-C8DC-48F8-90B3-09111F12EB56}" srcOrd="0" destOrd="0" presId="urn:microsoft.com/office/officeart/2008/layout/LinedList"/>
    <dgm:cxn modelId="{FC6D1E32-4BF3-4F7C-B467-533A0DAD6BE6}" srcId="{1A0C43FF-1A0D-4E08-9277-32A7DB617398}" destId="{029CCDC7-7B0E-46C6-B3B2-AA7695B673F6}" srcOrd="2" destOrd="0" parTransId="{284FF4E6-88D3-43F6-8138-7E40EC6C9298}" sibTransId="{51094A0F-A721-42F6-9E06-24849B9AF544}"/>
    <dgm:cxn modelId="{B6D25334-C633-46DD-9B37-617F1C86C5B5}" type="presOf" srcId="{C1B7DDC7-F53D-41E9-AD7B-ED7ABDDBC0B7}" destId="{44F3A55A-A0D3-49BB-9122-6979F86C84AB}" srcOrd="0" destOrd="0" presId="urn:microsoft.com/office/officeart/2008/layout/LinedList"/>
    <dgm:cxn modelId="{EDF5193C-609B-4A5D-8509-6DAB52FF7EB4}" srcId="{1A0C43FF-1A0D-4E08-9277-32A7DB617398}" destId="{D92B4228-2AD5-4CED-9B7E-1DF04E758D85}" srcOrd="1" destOrd="0" parTransId="{96E65ADF-4DDE-401E-AEF1-40F3834C65AA}" sibTransId="{0B25456F-8EDA-462C-A948-9246F554F677}"/>
    <dgm:cxn modelId="{40137642-2C0C-462F-8F7B-3B2E9EC21314}" type="presOf" srcId="{CAE48D8E-F4D0-4896-B40C-DC355D380739}" destId="{91035CC5-E367-4608-B07A-0D6F18203945}" srcOrd="0" destOrd="0" presId="urn:microsoft.com/office/officeart/2008/layout/LinedList"/>
    <dgm:cxn modelId="{D4DAAA63-4096-46D6-A9C3-A2F1BAC3DAF8}" type="presOf" srcId="{1A5FFF6E-B3DB-484E-9ECD-C154753A852D}" destId="{C96E7B64-9014-4A3C-BE6F-68F30FA1013A}" srcOrd="0" destOrd="0" presId="urn:microsoft.com/office/officeart/2008/layout/LinedList"/>
    <dgm:cxn modelId="{471EDA55-EBD8-4C75-BF52-7D25E26C9D88}" srcId="{1A0C43FF-1A0D-4E08-9277-32A7DB617398}" destId="{E9BB2D2F-3CCD-4863-BBC0-98F3C0A32422}" srcOrd="4" destOrd="0" parTransId="{7E59F1A6-6EDD-4FC2-BAE2-876280F0589A}" sibTransId="{DE0A3D39-5F61-4B93-9238-31D2F339A52D}"/>
    <dgm:cxn modelId="{80D32977-5B7D-467C-84AA-7CB0C4EC4D04}" srcId="{1A0C43FF-1A0D-4E08-9277-32A7DB617398}" destId="{C1B7DDC7-F53D-41E9-AD7B-ED7ABDDBC0B7}" srcOrd="6" destOrd="0" parTransId="{B1BD79DB-6B37-4856-8F19-9339A2B38BA2}" sibTransId="{C466D72F-4B14-48C0-8403-C50FF27D9667}"/>
    <dgm:cxn modelId="{AE958358-5412-4351-B5AC-68F2A7EA5B3D}" type="presOf" srcId="{1A0C43FF-1A0D-4E08-9277-32A7DB617398}" destId="{82A478D9-FAF8-405A-A607-225DE6C4F74D}" srcOrd="0" destOrd="0" presId="urn:microsoft.com/office/officeart/2008/layout/LinedList"/>
    <dgm:cxn modelId="{59575E59-892F-4F12-AD3A-E0CBD40B01B4}" srcId="{1A0C43FF-1A0D-4E08-9277-32A7DB617398}" destId="{CAE48D8E-F4D0-4896-B40C-DC355D380739}" srcOrd="3" destOrd="0" parTransId="{440EC5E4-50B4-4331-8D5C-B87BA408A11C}" sibTransId="{5C67B026-44A8-478E-8015-666160701CC4}"/>
    <dgm:cxn modelId="{E50583A1-00BF-48AF-9BC0-26BA2E8371BF}" type="presOf" srcId="{A1DC7894-7B35-47B6-AD58-0D84A594083F}" destId="{5436C8CF-4FB5-424B-9064-7F945A3D49C3}" srcOrd="0" destOrd="0" presId="urn:microsoft.com/office/officeart/2008/layout/LinedList"/>
    <dgm:cxn modelId="{61B59EB3-12D8-46BC-BC3E-0A764B9727DE}" srcId="{1A0C43FF-1A0D-4E08-9277-32A7DB617398}" destId="{A1DC7894-7B35-47B6-AD58-0D84A594083F}" srcOrd="5" destOrd="0" parTransId="{2D37CD77-6A06-47FB-89A3-F84F36B088CB}" sibTransId="{B9B607E4-7781-454C-A484-95E12D3CEFB3}"/>
    <dgm:cxn modelId="{D9A408BF-D226-4881-8B49-BB504DA42F58}" type="presOf" srcId="{D92B4228-2AD5-4CED-9B7E-1DF04E758D85}" destId="{9505F3AC-7597-459E-97E1-34B82D6EB3AA}" srcOrd="0" destOrd="0" presId="urn:microsoft.com/office/officeart/2008/layout/LinedList"/>
    <dgm:cxn modelId="{AD217DD7-C1F1-4D4E-9775-D8465CF7F7CE}" srcId="{1A0C43FF-1A0D-4E08-9277-32A7DB617398}" destId="{C13AED41-8187-4FF2-88CD-0538FA4D18D4}" srcOrd="7" destOrd="0" parTransId="{E9DE5BEE-4053-4733-BCB1-3A8B5D68110D}" sibTransId="{920669E7-A02C-43C6-BE3C-B4AE950771E6}"/>
    <dgm:cxn modelId="{57EF62E7-C285-47A9-9736-2A5DDC115A59}" srcId="{1A0C43FF-1A0D-4E08-9277-32A7DB617398}" destId="{1A5FFF6E-B3DB-484E-9ECD-C154753A852D}" srcOrd="0" destOrd="0" parTransId="{27A6F0DC-749E-43DA-AD56-07F0362C9D05}" sibTransId="{87ED80C3-C234-4FD0-BB78-E1E15260661D}"/>
    <dgm:cxn modelId="{3B7985E9-4584-47BB-BE83-E8D973E92A64}" type="presOf" srcId="{029CCDC7-7B0E-46C6-B3B2-AA7695B673F6}" destId="{2E66C626-386D-4185-AE2E-69ADDCA8C257}" srcOrd="0" destOrd="0" presId="urn:microsoft.com/office/officeart/2008/layout/LinedList"/>
    <dgm:cxn modelId="{612BFD7C-C6EE-4EE5-B23F-1A38D32ACE4B}" type="presParOf" srcId="{82A478D9-FAF8-405A-A607-225DE6C4F74D}" destId="{AB6B1E0F-F5E4-4CDF-8819-9FC956613A39}" srcOrd="0" destOrd="0" presId="urn:microsoft.com/office/officeart/2008/layout/LinedList"/>
    <dgm:cxn modelId="{D480D854-369B-43A3-B90E-5560447E4B01}" type="presParOf" srcId="{82A478D9-FAF8-405A-A607-225DE6C4F74D}" destId="{604E0262-B3A7-4B12-A22E-67BD96FBD4B4}" srcOrd="1" destOrd="0" presId="urn:microsoft.com/office/officeart/2008/layout/LinedList"/>
    <dgm:cxn modelId="{524C2A56-B4DF-430D-971F-7E9419084356}" type="presParOf" srcId="{604E0262-B3A7-4B12-A22E-67BD96FBD4B4}" destId="{C96E7B64-9014-4A3C-BE6F-68F30FA1013A}" srcOrd="0" destOrd="0" presId="urn:microsoft.com/office/officeart/2008/layout/LinedList"/>
    <dgm:cxn modelId="{57DD84D9-C1F5-42B5-8CF1-44596C44DB0E}" type="presParOf" srcId="{604E0262-B3A7-4B12-A22E-67BD96FBD4B4}" destId="{9558DE18-D8E2-46F6-B54A-A0C7BE34DBCE}" srcOrd="1" destOrd="0" presId="urn:microsoft.com/office/officeart/2008/layout/LinedList"/>
    <dgm:cxn modelId="{CB0BAF7A-7353-4F88-B377-A5A015CFA13C}" type="presParOf" srcId="{82A478D9-FAF8-405A-A607-225DE6C4F74D}" destId="{F3726E4F-EF14-4FE7-A351-966446FB6214}" srcOrd="2" destOrd="0" presId="urn:microsoft.com/office/officeart/2008/layout/LinedList"/>
    <dgm:cxn modelId="{7316C006-CD7E-480D-A70D-D9930BD40B58}" type="presParOf" srcId="{82A478D9-FAF8-405A-A607-225DE6C4F74D}" destId="{BF5DE0C3-303D-41A7-98F4-A46D372BD8E1}" srcOrd="3" destOrd="0" presId="urn:microsoft.com/office/officeart/2008/layout/LinedList"/>
    <dgm:cxn modelId="{129DCEF0-36EE-4240-A98D-E718ECB37D16}" type="presParOf" srcId="{BF5DE0C3-303D-41A7-98F4-A46D372BD8E1}" destId="{9505F3AC-7597-459E-97E1-34B82D6EB3AA}" srcOrd="0" destOrd="0" presId="urn:microsoft.com/office/officeart/2008/layout/LinedList"/>
    <dgm:cxn modelId="{665EDA65-AA47-4435-BAC4-2CA2854EF944}" type="presParOf" srcId="{BF5DE0C3-303D-41A7-98F4-A46D372BD8E1}" destId="{B1D52D31-D2EF-4FDB-B41C-F3F44AB2E353}" srcOrd="1" destOrd="0" presId="urn:microsoft.com/office/officeart/2008/layout/LinedList"/>
    <dgm:cxn modelId="{D2E10334-4FC2-4F3B-9016-67223AA91B0B}" type="presParOf" srcId="{82A478D9-FAF8-405A-A607-225DE6C4F74D}" destId="{B46F970B-A5A4-4A2E-939A-9C000300CC9F}" srcOrd="4" destOrd="0" presId="urn:microsoft.com/office/officeart/2008/layout/LinedList"/>
    <dgm:cxn modelId="{65EE639C-8B71-4F42-BB3B-130BD8AE5054}" type="presParOf" srcId="{82A478D9-FAF8-405A-A607-225DE6C4F74D}" destId="{8E2F9BCF-030D-4998-B5D1-745E0D6C8C6C}" srcOrd="5" destOrd="0" presId="urn:microsoft.com/office/officeart/2008/layout/LinedList"/>
    <dgm:cxn modelId="{563D4C8F-321F-4744-B82A-C3AC39108621}" type="presParOf" srcId="{8E2F9BCF-030D-4998-B5D1-745E0D6C8C6C}" destId="{2E66C626-386D-4185-AE2E-69ADDCA8C257}" srcOrd="0" destOrd="0" presId="urn:microsoft.com/office/officeart/2008/layout/LinedList"/>
    <dgm:cxn modelId="{556B474A-7ACD-49C4-809B-CE0C01D453A4}" type="presParOf" srcId="{8E2F9BCF-030D-4998-B5D1-745E0D6C8C6C}" destId="{E176C008-4A89-4A83-8837-A2C9C7B0BF6B}" srcOrd="1" destOrd="0" presId="urn:microsoft.com/office/officeart/2008/layout/LinedList"/>
    <dgm:cxn modelId="{00E9A295-CB9E-4AFF-8B00-177BF846734A}" type="presParOf" srcId="{82A478D9-FAF8-405A-A607-225DE6C4F74D}" destId="{6261299A-4172-40EA-AD59-12DB5C8E6E3B}" srcOrd="6" destOrd="0" presId="urn:microsoft.com/office/officeart/2008/layout/LinedList"/>
    <dgm:cxn modelId="{76582B97-852A-4146-8AD2-3881DBCE2974}" type="presParOf" srcId="{82A478D9-FAF8-405A-A607-225DE6C4F74D}" destId="{12653813-D40A-4B5B-8AB0-6C4D0082152A}" srcOrd="7" destOrd="0" presId="urn:microsoft.com/office/officeart/2008/layout/LinedList"/>
    <dgm:cxn modelId="{7CCD77AD-A614-42F4-8C1D-A48FDCE474B2}" type="presParOf" srcId="{12653813-D40A-4B5B-8AB0-6C4D0082152A}" destId="{91035CC5-E367-4608-B07A-0D6F18203945}" srcOrd="0" destOrd="0" presId="urn:microsoft.com/office/officeart/2008/layout/LinedList"/>
    <dgm:cxn modelId="{9CFB6C98-7345-4106-AE18-62B5D6E597EE}" type="presParOf" srcId="{12653813-D40A-4B5B-8AB0-6C4D0082152A}" destId="{45FD3BA2-6376-4F74-8E8F-C77CD4BAD38F}" srcOrd="1" destOrd="0" presId="urn:microsoft.com/office/officeart/2008/layout/LinedList"/>
    <dgm:cxn modelId="{62C5B5F9-685B-4840-8532-A5907A73B19B}" type="presParOf" srcId="{82A478D9-FAF8-405A-A607-225DE6C4F74D}" destId="{EB598A76-F874-4BB8-A768-6E30C31981C0}" srcOrd="8" destOrd="0" presId="urn:microsoft.com/office/officeart/2008/layout/LinedList"/>
    <dgm:cxn modelId="{E3D3B855-F754-4428-986A-F1B0FAC83AB3}" type="presParOf" srcId="{82A478D9-FAF8-405A-A607-225DE6C4F74D}" destId="{A18197B1-54B7-4124-A350-862CF9E7EC33}" srcOrd="9" destOrd="0" presId="urn:microsoft.com/office/officeart/2008/layout/LinedList"/>
    <dgm:cxn modelId="{965594EA-D863-43AF-92DD-55C2A55AA334}" type="presParOf" srcId="{A18197B1-54B7-4124-A350-862CF9E7EC33}" destId="{A35C4524-1A4E-475F-96AB-C2588A16229D}" srcOrd="0" destOrd="0" presId="urn:microsoft.com/office/officeart/2008/layout/LinedList"/>
    <dgm:cxn modelId="{80D37529-EB50-4485-BDD2-660D58CCFDEF}" type="presParOf" srcId="{A18197B1-54B7-4124-A350-862CF9E7EC33}" destId="{9081B275-FBE1-441E-8DDE-0AE1CB5ED95D}" srcOrd="1" destOrd="0" presId="urn:microsoft.com/office/officeart/2008/layout/LinedList"/>
    <dgm:cxn modelId="{0390A7E3-6BC2-4225-87F0-0F2741FF9D72}" type="presParOf" srcId="{82A478D9-FAF8-405A-A607-225DE6C4F74D}" destId="{C1751D04-751E-4DCB-87DF-559557A58EE8}" srcOrd="10" destOrd="0" presId="urn:microsoft.com/office/officeart/2008/layout/LinedList"/>
    <dgm:cxn modelId="{95AFA6EB-7E79-46B3-9B28-7D705C75BB5B}" type="presParOf" srcId="{82A478D9-FAF8-405A-A607-225DE6C4F74D}" destId="{143B5865-0FB0-4A9A-9656-1401AB3BF487}" srcOrd="11" destOrd="0" presId="urn:microsoft.com/office/officeart/2008/layout/LinedList"/>
    <dgm:cxn modelId="{EA2E4BED-47DD-4AC7-9E34-49FC89FA95CE}" type="presParOf" srcId="{143B5865-0FB0-4A9A-9656-1401AB3BF487}" destId="{5436C8CF-4FB5-424B-9064-7F945A3D49C3}" srcOrd="0" destOrd="0" presId="urn:microsoft.com/office/officeart/2008/layout/LinedList"/>
    <dgm:cxn modelId="{B0EFBB7F-389A-4892-9A40-FF02514D7BD1}" type="presParOf" srcId="{143B5865-0FB0-4A9A-9656-1401AB3BF487}" destId="{458DE66B-4277-439D-B170-5B8969692875}" srcOrd="1" destOrd="0" presId="urn:microsoft.com/office/officeart/2008/layout/LinedList"/>
    <dgm:cxn modelId="{189C300A-9E06-4E3C-9081-10AD1A2738FA}" type="presParOf" srcId="{82A478D9-FAF8-405A-A607-225DE6C4F74D}" destId="{C58D446F-939B-4924-A16D-6FE6EA4889F0}" srcOrd="12" destOrd="0" presId="urn:microsoft.com/office/officeart/2008/layout/LinedList"/>
    <dgm:cxn modelId="{26427BEC-0EBD-4E52-AB68-0C19C47A38F6}" type="presParOf" srcId="{82A478D9-FAF8-405A-A607-225DE6C4F74D}" destId="{9B146FB3-84C4-4F58-81AD-258346070FE1}" srcOrd="13" destOrd="0" presId="urn:microsoft.com/office/officeart/2008/layout/LinedList"/>
    <dgm:cxn modelId="{1091383E-2B71-4D7D-A415-0B55499D3F33}" type="presParOf" srcId="{9B146FB3-84C4-4F58-81AD-258346070FE1}" destId="{44F3A55A-A0D3-49BB-9122-6979F86C84AB}" srcOrd="0" destOrd="0" presId="urn:microsoft.com/office/officeart/2008/layout/LinedList"/>
    <dgm:cxn modelId="{937212D1-C7B3-4160-B19A-6D9BAB7E09C1}" type="presParOf" srcId="{9B146FB3-84C4-4F58-81AD-258346070FE1}" destId="{B15AEF94-ADBA-4FBE-A0EF-E53AC138A270}" srcOrd="1" destOrd="0" presId="urn:microsoft.com/office/officeart/2008/layout/LinedList"/>
    <dgm:cxn modelId="{5FBF75CD-64A9-4029-96D5-47A7583ED941}" type="presParOf" srcId="{82A478D9-FAF8-405A-A607-225DE6C4F74D}" destId="{B48E6666-6689-44F8-80FB-A9EAF692C268}" srcOrd="14" destOrd="0" presId="urn:microsoft.com/office/officeart/2008/layout/LinedList"/>
    <dgm:cxn modelId="{1961D681-B52B-4CF7-85D3-B0D97D725813}" type="presParOf" srcId="{82A478D9-FAF8-405A-A607-225DE6C4F74D}" destId="{B5B7B586-739C-4739-AF19-02A74128830B}" srcOrd="15" destOrd="0" presId="urn:microsoft.com/office/officeart/2008/layout/LinedList"/>
    <dgm:cxn modelId="{EB183EC8-837F-46E7-B336-06C8633975D8}" type="presParOf" srcId="{B5B7B586-739C-4739-AF19-02A74128830B}" destId="{26235DE2-C8DC-48F8-90B3-09111F12EB56}" srcOrd="0" destOrd="0" presId="urn:microsoft.com/office/officeart/2008/layout/LinedList"/>
    <dgm:cxn modelId="{560358AB-B966-470D-B72D-973D861B60F5}" type="presParOf" srcId="{B5B7B586-739C-4739-AF19-02A74128830B}" destId="{33340A35-EA76-4ADF-97B2-4771855E69D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767DA9-D4C7-406B-B8FE-0F6A0BDD3C9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DA3BBBB-0A83-4075-BE58-6DF785880C95}">
      <dgm:prSet/>
      <dgm:spPr/>
      <dgm:t>
        <a:bodyPr/>
        <a:lstStyle/>
        <a:p>
          <a:pPr>
            <a:defRPr cap="all"/>
          </a:pPr>
          <a:r>
            <a:rPr lang="en-US"/>
            <a:t>Improving searching techniques</a:t>
          </a:r>
        </a:p>
      </dgm:t>
    </dgm:pt>
    <dgm:pt modelId="{84C2CEDC-E12C-4F2E-AD12-D18CF1867920}" type="parTrans" cxnId="{9796E643-CEEF-40BD-BDB8-45AA889E1BD1}">
      <dgm:prSet/>
      <dgm:spPr/>
      <dgm:t>
        <a:bodyPr/>
        <a:lstStyle/>
        <a:p>
          <a:endParaRPr lang="en-US"/>
        </a:p>
      </dgm:t>
    </dgm:pt>
    <dgm:pt modelId="{30229BD1-61FA-481B-8243-43D30B34E882}" type="sibTrans" cxnId="{9796E643-CEEF-40BD-BDB8-45AA889E1BD1}">
      <dgm:prSet/>
      <dgm:spPr/>
      <dgm:t>
        <a:bodyPr/>
        <a:lstStyle/>
        <a:p>
          <a:endParaRPr lang="en-US"/>
        </a:p>
      </dgm:t>
    </dgm:pt>
    <dgm:pt modelId="{396B5D3E-3A22-4381-ADEB-FC3252EB2FDB}">
      <dgm:prSet/>
      <dgm:spPr/>
      <dgm:t>
        <a:bodyPr/>
        <a:lstStyle/>
        <a:p>
          <a:pPr>
            <a:defRPr cap="all"/>
          </a:pPr>
          <a:r>
            <a:rPr lang="en-US"/>
            <a:t>Image Search</a:t>
          </a:r>
        </a:p>
      </dgm:t>
    </dgm:pt>
    <dgm:pt modelId="{463905BE-0F46-4FBF-9301-68EA92522BFB}" type="parTrans" cxnId="{EBC51D56-D2C0-464D-AF57-FCF41EA0EB07}">
      <dgm:prSet/>
      <dgm:spPr/>
      <dgm:t>
        <a:bodyPr/>
        <a:lstStyle/>
        <a:p>
          <a:endParaRPr lang="en-US"/>
        </a:p>
      </dgm:t>
    </dgm:pt>
    <dgm:pt modelId="{0F287070-4B1B-43C0-AE78-74CDBF062A8D}" type="sibTrans" cxnId="{EBC51D56-D2C0-464D-AF57-FCF41EA0EB07}">
      <dgm:prSet/>
      <dgm:spPr/>
      <dgm:t>
        <a:bodyPr/>
        <a:lstStyle/>
        <a:p>
          <a:endParaRPr lang="en-US"/>
        </a:p>
      </dgm:t>
    </dgm:pt>
    <dgm:pt modelId="{19B3F815-18B0-4BE2-8B67-A0C52EA359A9}">
      <dgm:prSet/>
      <dgm:spPr/>
      <dgm:t>
        <a:bodyPr/>
        <a:lstStyle/>
        <a:p>
          <a:pPr>
            <a:defRPr cap="all"/>
          </a:pPr>
          <a:r>
            <a:rPr lang="en-US" dirty="0"/>
            <a:t>dynamic search results based on preferences</a:t>
          </a:r>
        </a:p>
      </dgm:t>
    </dgm:pt>
    <dgm:pt modelId="{589EC4F9-306E-47C0-AFC9-1929B8EE221E}" type="parTrans" cxnId="{5C156F94-A3BA-4493-9CD5-E88423DA903A}">
      <dgm:prSet/>
      <dgm:spPr/>
      <dgm:t>
        <a:bodyPr/>
        <a:lstStyle/>
        <a:p>
          <a:endParaRPr lang="en-US"/>
        </a:p>
      </dgm:t>
    </dgm:pt>
    <dgm:pt modelId="{E640D6F1-D12B-4257-9ABE-6BB56BADDDAD}" type="sibTrans" cxnId="{5C156F94-A3BA-4493-9CD5-E88423DA903A}">
      <dgm:prSet/>
      <dgm:spPr/>
      <dgm:t>
        <a:bodyPr/>
        <a:lstStyle/>
        <a:p>
          <a:endParaRPr lang="en-US"/>
        </a:p>
      </dgm:t>
    </dgm:pt>
    <dgm:pt modelId="{3D0FF99C-55A6-4181-84C7-3BB44472B386}">
      <dgm:prSet/>
      <dgm:spPr/>
      <dgm:t>
        <a:bodyPr/>
        <a:lstStyle/>
        <a:p>
          <a:pPr>
            <a:defRPr cap="all"/>
          </a:pPr>
          <a:r>
            <a:rPr lang="en-US"/>
            <a:t>Video Tutorial</a:t>
          </a:r>
        </a:p>
      </dgm:t>
    </dgm:pt>
    <dgm:pt modelId="{195E9FDB-0CCF-4954-9DDF-CC38224F3A60}" type="parTrans" cxnId="{3BCF65AD-8EE1-401C-BD79-EE63738CA796}">
      <dgm:prSet/>
      <dgm:spPr/>
      <dgm:t>
        <a:bodyPr/>
        <a:lstStyle/>
        <a:p>
          <a:endParaRPr lang="en-US"/>
        </a:p>
      </dgm:t>
    </dgm:pt>
    <dgm:pt modelId="{59143562-38E6-4C70-B69E-77103F4DF8E2}" type="sibTrans" cxnId="{3BCF65AD-8EE1-401C-BD79-EE63738CA796}">
      <dgm:prSet/>
      <dgm:spPr/>
      <dgm:t>
        <a:bodyPr/>
        <a:lstStyle/>
        <a:p>
          <a:endParaRPr lang="en-US"/>
        </a:p>
      </dgm:t>
    </dgm:pt>
    <dgm:pt modelId="{1421DF95-5CB5-48D0-A9E2-3CE9F4728742}">
      <dgm:prSet/>
      <dgm:spPr/>
      <dgm:t>
        <a:bodyPr/>
        <a:lstStyle/>
        <a:p>
          <a:pPr>
            <a:defRPr cap="all"/>
          </a:pPr>
          <a:r>
            <a:rPr lang="en-US" dirty="0"/>
            <a:t>Feedback system and likes</a:t>
          </a:r>
        </a:p>
      </dgm:t>
    </dgm:pt>
    <dgm:pt modelId="{BE63E58B-7152-42CF-8CA0-5663E163595B}" type="parTrans" cxnId="{7D7B0FEF-FA05-4F28-A49E-5CDE0C9B2061}">
      <dgm:prSet/>
      <dgm:spPr/>
      <dgm:t>
        <a:bodyPr/>
        <a:lstStyle/>
        <a:p>
          <a:endParaRPr lang="en-US"/>
        </a:p>
      </dgm:t>
    </dgm:pt>
    <dgm:pt modelId="{0A4E0A15-67CB-4FCF-AB2E-05E93B11542B}" type="sibTrans" cxnId="{7D7B0FEF-FA05-4F28-A49E-5CDE0C9B2061}">
      <dgm:prSet/>
      <dgm:spPr/>
      <dgm:t>
        <a:bodyPr/>
        <a:lstStyle/>
        <a:p>
          <a:endParaRPr lang="en-US"/>
        </a:p>
      </dgm:t>
    </dgm:pt>
    <dgm:pt modelId="{C44B0069-1685-430E-AA03-82F9DFA8731F}" type="pres">
      <dgm:prSet presAssocID="{61767DA9-D4C7-406B-B8FE-0F6A0BDD3C94}" presName="root" presStyleCnt="0">
        <dgm:presLayoutVars>
          <dgm:dir/>
          <dgm:resizeHandles val="exact"/>
        </dgm:presLayoutVars>
      </dgm:prSet>
      <dgm:spPr/>
    </dgm:pt>
    <dgm:pt modelId="{E898A446-1FF5-478C-9268-5EFC392A59D9}" type="pres">
      <dgm:prSet presAssocID="{9DA3BBBB-0A83-4075-BE58-6DF785880C95}" presName="compNode" presStyleCnt="0"/>
      <dgm:spPr/>
    </dgm:pt>
    <dgm:pt modelId="{FD652E46-7CF9-466A-B061-A3E625D3964D}" type="pres">
      <dgm:prSet presAssocID="{9DA3BBBB-0A83-4075-BE58-6DF785880C95}" presName="iconBgRect" presStyleLbl="bgShp" presStyleIdx="0" presStyleCnt="5"/>
      <dgm:spPr/>
    </dgm:pt>
    <dgm:pt modelId="{0DB92770-5530-4039-8012-0AFAAA7FE984}" type="pres">
      <dgm:prSet presAssocID="{9DA3BBBB-0A83-4075-BE58-6DF785880C9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467D5E35-C9FB-44B2-A4EE-8A3281056222}" type="pres">
      <dgm:prSet presAssocID="{9DA3BBBB-0A83-4075-BE58-6DF785880C95}" presName="spaceRect" presStyleCnt="0"/>
      <dgm:spPr/>
    </dgm:pt>
    <dgm:pt modelId="{C4DA3717-96FF-4C20-8E68-CFE4397A99FC}" type="pres">
      <dgm:prSet presAssocID="{9DA3BBBB-0A83-4075-BE58-6DF785880C95}" presName="textRect" presStyleLbl="revTx" presStyleIdx="0" presStyleCnt="5">
        <dgm:presLayoutVars>
          <dgm:chMax val="1"/>
          <dgm:chPref val="1"/>
        </dgm:presLayoutVars>
      </dgm:prSet>
      <dgm:spPr/>
    </dgm:pt>
    <dgm:pt modelId="{05295F9F-EF1B-40FE-99C7-7F74359F88C0}" type="pres">
      <dgm:prSet presAssocID="{30229BD1-61FA-481B-8243-43D30B34E882}" presName="sibTrans" presStyleCnt="0"/>
      <dgm:spPr/>
    </dgm:pt>
    <dgm:pt modelId="{E8A03272-A9EE-4789-979A-39C5D83F2868}" type="pres">
      <dgm:prSet presAssocID="{396B5D3E-3A22-4381-ADEB-FC3252EB2FDB}" presName="compNode" presStyleCnt="0"/>
      <dgm:spPr/>
    </dgm:pt>
    <dgm:pt modelId="{73F3CF8A-64B4-4175-8182-F992B0D569DE}" type="pres">
      <dgm:prSet presAssocID="{396B5D3E-3A22-4381-ADEB-FC3252EB2FDB}" presName="iconBgRect" presStyleLbl="bgShp" presStyleIdx="1" presStyleCnt="5"/>
      <dgm:spPr/>
    </dgm:pt>
    <dgm:pt modelId="{E3F7F698-7147-42D7-A0B8-2B7C1C518335}" type="pres">
      <dgm:prSet presAssocID="{396B5D3E-3A22-4381-ADEB-FC3252EB2FD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6E88FAC5-A652-40D6-AA8A-60740306F877}" type="pres">
      <dgm:prSet presAssocID="{396B5D3E-3A22-4381-ADEB-FC3252EB2FDB}" presName="spaceRect" presStyleCnt="0"/>
      <dgm:spPr/>
    </dgm:pt>
    <dgm:pt modelId="{017DD3E5-96FA-47F5-8779-681229EF2E53}" type="pres">
      <dgm:prSet presAssocID="{396B5D3E-3A22-4381-ADEB-FC3252EB2FDB}" presName="textRect" presStyleLbl="revTx" presStyleIdx="1" presStyleCnt="5">
        <dgm:presLayoutVars>
          <dgm:chMax val="1"/>
          <dgm:chPref val="1"/>
        </dgm:presLayoutVars>
      </dgm:prSet>
      <dgm:spPr/>
    </dgm:pt>
    <dgm:pt modelId="{597F273B-31D7-4F41-8FFA-C7B1E310BFFC}" type="pres">
      <dgm:prSet presAssocID="{0F287070-4B1B-43C0-AE78-74CDBF062A8D}" presName="sibTrans" presStyleCnt="0"/>
      <dgm:spPr/>
    </dgm:pt>
    <dgm:pt modelId="{29CAA163-C0CF-4E8A-8AF6-77B42B0FBF5C}" type="pres">
      <dgm:prSet presAssocID="{19B3F815-18B0-4BE2-8B67-A0C52EA359A9}" presName="compNode" presStyleCnt="0"/>
      <dgm:spPr/>
    </dgm:pt>
    <dgm:pt modelId="{45402D6E-8913-419A-B31D-4722059556CD}" type="pres">
      <dgm:prSet presAssocID="{19B3F815-18B0-4BE2-8B67-A0C52EA359A9}" presName="iconBgRect" presStyleLbl="bgShp" presStyleIdx="2" presStyleCnt="5"/>
      <dgm:spPr/>
    </dgm:pt>
    <dgm:pt modelId="{05DD8B05-A1B9-488F-B471-A35F93495916}" type="pres">
      <dgm:prSet presAssocID="{19B3F815-18B0-4BE2-8B67-A0C52EA359A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F817216-BDCB-41BE-9AF5-4C00EE3D7DBF}" type="pres">
      <dgm:prSet presAssocID="{19B3F815-18B0-4BE2-8B67-A0C52EA359A9}" presName="spaceRect" presStyleCnt="0"/>
      <dgm:spPr/>
    </dgm:pt>
    <dgm:pt modelId="{E3497567-6E7F-4FDE-B019-E35E82CEDB30}" type="pres">
      <dgm:prSet presAssocID="{19B3F815-18B0-4BE2-8B67-A0C52EA359A9}" presName="textRect" presStyleLbl="revTx" presStyleIdx="2" presStyleCnt="5">
        <dgm:presLayoutVars>
          <dgm:chMax val="1"/>
          <dgm:chPref val="1"/>
        </dgm:presLayoutVars>
      </dgm:prSet>
      <dgm:spPr/>
    </dgm:pt>
    <dgm:pt modelId="{738CF36E-1ECF-41D4-89ED-989DF828A1F4}" type="pres">
      <dgm:prSet presAssocID="{E640D6F1-D12B-4257-9ABE-6BB56BADDDAD}" presName="sibTrans" presStyleCnt="0"/>
      <dgm:spPr/>
    </dgm:pt>
    <dgm:pt modelId="{D58C5C32-D28A-4A7E-92FB-27D7B364FB1D}" type="pres">
      <dgm:prSet presAssocID="{3D0FF99C-55A6-4181-84C7-3BB44472B386}" presName="compNode" presStyleCnt="0"/>
      <dgm:spPr/>
    </dgm:pt>
    <dgm:pt modelId="{DD4DDB86-27B2-4D2D-8432-9BFC50EDA33E}" type="pres">
      <dgm:prSet presAssocID="{3D0FF99C-55A6-4181-84C7-3BB44472B386}" presName="iconBgRect" presStyleLbl="bgShp" presStyleIdx="3" presStyleCnt="5"/>
      <dgm:spPr/>
    </dgm:pt>
    <dgm:pt modelId="{2E2D9F34-9765-4373-BC06-1BBE9906941E}" type="pres">
      <dgm:prSet presAssocID="{3D0FF99C-55A6-4181-84C7-3BB44472B38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FF645033-4E27-4B79-8CBB-56FFCD13CF2C}" type="pres">
      <dgm:prSet presAssocID="{3D0FF99C-55A6-4181-84C7-3BB44472B386}" presName="spaceRect" presStyleCnt="0"/>
      <dgm:spPr/>
    </dgm:pt>
    <dgm:pt modelId="{802FFB3F-B972-4309-BAA9-BD7DB8C4ACFC}" type="pres">
      <dgm:prSet presAssocID="{3D0FF99C-55A6-4181-84C7-3BB44472B386}" presName="textRect" presStyleLbl="revTx" presStyleIdx="3" presStyleCnt="5">
        <dgm:presLayoutVars>
          <dgm:chMax val="1"/>
          <dgm:chPref val="1"/>
        </dgm:presLayoutVars>
      </dgm:prSet>
      <dgm:spPr/>
    </dgm:pt>
    <dgm:pt modelId="{9328FB06-1C70-469E-8E3A-4514EEE8C6F1}" type="pres">
      <dgm:prSet presAssocID="{59143562-38E6-4C70-B69E-77103F4DF8E2}" presName="sibTrans" presStyleCnt="0"/>
      <dgm:spPr/>
    </dgm:pt>
    <dgm:pt modelId="{BF89FA12-9758-448A-9919-44E09B50BFD0}" type="pres">
      <dgm:prSet presAssocID="{1421DF95-5CB5-48D0-A9E2-3CE9F4728742}" presName="compNode" presStyleCnt="0"/>
      <dgm:spPr/>
    </dgm:pt>
    <dgm:pt modelId="{DA3C5742-E79B-4885-B070-1DC8815AC74B}" type="pres">
      <dgm:prSet presAssocID="{1421DF95-5CB5-48D0-A9E2-3CE9F4728742}" presName="iconBgRect" presStyleLbl="bgShp" presStyleIdx="4" presStyleCnt="5"/>
      <dgm:spPr/>
    </dgm:pt>
    <dgm:pt modelId="{6E7D03D7-E47E-4100-8CFE-875D2882F2E8}" type="pres">
      <dgm:prSet presAssocID="{1421DF95-5CB5-48D0-A9E2-3CE9F472874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4FC2A05B-50E8-4A3E-929B-63C79772F4AE}" type="pres">
      <dgm:prSet presAssocID="{1421DF95-5CB5-48D0-A9E2-3CE9F4728742}" presName="spaceRect" presStyleCnt="0"/>
      <dgm:spPr/>
    </dgm:pt>
    <dgm:pt modelId="{1C1555EB-FC48-4C07-89E3-CAFD19E8B40A}" type="pres">
      <dgm:prSet presAssocID="{1421DF95-5CB5-48D0-A9E2-3CE9F472874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120290A-5E0C-424E-9E4D-D383D54A1860}" type="presOf" srcId="{61767DA9-D4C7-406B-B8FE-0F6A0BDD3C94}" destId="{C44B0069-1685-430E-AA03-82F9DFA8731F}" srcOrd="0" destOrd="0" presId="urn:microsoft.com/office/officeart/2018/5/layout/IconCircleLabelList"/>
    <dgm:cxn modelId="{CDE1960F-0F7B-49B0-A252-D510E660AEEF}" type="presOf" srcId="{9DA3BBBB-0A83-4075-BE58-6DF785880C95}" destId="{C4DA3717-96FF-4C20-8E68-CFE4397A99FC}" srcOrd="0" destOrd="0" presId="urn:microsoft.com/office/officeart/2018/5/layout/IconCircleLabelList"/>
    <dgm:cxn modelId="{8579731D-A264-48B2-8D30-6C37BC9630C2}" type="presOf" srcId="{3D0FF99C-55A6-4181-84C7-3BB44472B386}" destId="{802FFB3F-B972-4309-BAA9-BD7DB8C4ACFC}" srcOrd="0" destOrd="0" presId="urn:microsoft.com/office/officeart/2018/5/layout/IconCircleLabelList"/>
    <dgm:cxn modelId="{E26ADB3E-CF55-4BDA-BFDD-E959078D29DB}" type="presOf" srcId="{1421DF95-5CB5-48D0-A9E2-3CE9F4728742}" destId="{1C1555EB-FC48-4C07-89E3-CAFD19E8B40A}" srcOrd="0" destOrd="0" presId="urn:microsoft.com/office/officeart/2018/5/layout/IconCircleLabelList"/>
    <dgm:cxn modelId="{EEDEB162-D08C-43C3-B178-DE3BEF5288DE}" type="presOf" srcId="{19B3F815-18B0-4BE2-8B67-A0C52EA359A9}" destId="{E3497567-6E7F-4FDE-B019-E35E82CEDB30}" srcOrd="0" destOrd="0" presId="urn:microsoft.com/office/officeart/2018/5/layout/IconCircleLabelList"/>
    <dgm:cxn modelId="{9796E643-CEEF-40BD-BDB8-45AA889E1BD1}" srcId="{61767DA9-D4C7-406B-B8FE-0F6A0BDD3C94}" destId="{9DA3BBBB-0A83-4075-BE58-6DF785880C95}" srcOrd="0" destOrd="0" parTransId="{84C2CEDC-E12C-4F2E-AD12-D18CF1867920}" sibTransId="{30229BD1-61FA-481B-8243-43D30B34E882}"/>
    <dgm:cxn modelId="{EBC51D56-D2C0-464D-AF57-FCF41EA0EB07}" srcId="{61767DA9-D4C7-406B-B8FE-0F6A0BDD3C94}" destId="{396B5D3E-3A22-4381-ADEB-FC3252EB2FDB}" srcOrd="1" destOrd="0" parTransId="{463905BE-0F46-4FBF-9301-68EA92522BFB}" sibTransId="{0F287070-4B1B-43C0-AE78-74CDBF062A8D}"/>
    <dgm:cxn modelId="{5C156F94-A3BA-4493-9CD5-E88423DA903A}" srcId="{61767DA9-D4C7-406B-B8FE-0F6A0BDD3C94}" destId="{19B3F815-18B0-4BE2-8B67-A0C52EA359A9}" srcOrd="2" destOrd="0" parTransId="{589EC4F9-306E-47C0-AFC9-1929B8EE221E}" sibTransId="{E640D6F1-D12B-4257-9ABE-6BB56BADDDAD}"/>
    <dgm:cxn modelId="{3BCF65AD-8EE1-401C-BD79-EE63738CA796}" srcId="{61767DA9-D4C7-406B-B8FE-0F6A0BDD3C94}" destId="{3D0FF99C-55A6-4181-84C7-3BB44472B386}" srcOrd="3" destOrd="0" parTransId="{195E9FDB-0CCF-4954-9DDF-CC38224F3A60}" sibTransId="{59143562-38E6-4C70-B69E-77103F4DF8E2}"/>
    <dgm:cxn modelId="{C9B609BA-1302-47CA-AD09-D340E5EC15BE}" type="presOf" srcId="{396B5D3E-3A22-4381-ADEB-FC3252EB2FDB}" destId="{017DD3E5-96FA-47F5-8779-681229EF2E53}" srcOrd="0" destOrd="0" presId="urn:microsoft.com/office/officeart/2018/5/layout/IconCircleLabelList"/>
    <dgm:cxn modelId="{7D7B0FEF-FA05-4F28-A49E-5CDE0C9B2061}" srcId="{61767DA9-D4C7-406B-B8FE-0F6A0BDD3C94}" destId="{1421DF95-5CB5-48D0-A9E2-3CE9F4728742}" srcOrd="4" destOrd="0" parTransId="{BE63E58B-7152-42CF-8CA0-5663E163595B}" sibTransId="{0A4E0A15-67CB-4FCF-AB2E-05E93B11542B}"/>
    <dgm:cxn modelId="{B974EDA1-76C0-47A6-931A-2DA9DBD3CC81}" type="presParOf" srcId="{C44B0069-1685-430E-AA03-82F9DFA8731F}" destId="{E898A446-1FF5-478C-9268-5EFC392A59D9}" srcOrd="0" destOrd="0" presId="urn:microsoft.com/office/officeart/2018/5/layout/IconCircleLabelList"/>
    <dgm:cxn modelId="{7334501A-DC80-4E66-A536-E0D65F1B9841}" type="presParOf" srcId="{E898A446-1FF5-478C-9268-5EFC392A59D9}" destId="{FD652E46-7CF9-466A-B061-A3E625D3964D}" srcOrd="0" destOrd="0" presId="urn:microsoft.com/office/officeart/2018/5/layout/IconCircleLabelList"/>
    <dgm:cxn modelId="{6FA705BF-C2CB-460F-9168-DE3CD394C27B}" type="presParOf" srcId="{E898A446-1FF5-478C-9268-5EFC392A59D9}" destId="{0DB92770-5530-4039-8012-0AFAAA7FE984}" srcOrd="1" destOrd="0" presId="urn:microsoft.com/office/officeart/2018/5/layout/IconCircleLabelList"/>
    <dgm:cxn modelId="{74E1FE04-3649-4CAF-9F85-AF35513432C9}" type="presParOf" srcId="{E898A446-1FF5-478C-9268-5EFC392A59D9}" destId="{467D5E35-C9FB-44B2-A4EE-8A3281056222}" srcOrd="2" destOrd="0" presId="urn:microsoft.com/office/officeart/2018/5/layout/IconCircleLabelList"/>
    <dgm:cxn modelId="{C71A40F1-1A5B-4B56-A18B-357F829DFAF5}" type="presParOf" srcId="{E898A446-1FF5-478C-9268-5EFC392A59D9}" destId="{C4DA3717-96FF-4C20-8E68-CFE4397A99FC}" srcOrd="3" destOrd="0" presId="urn:microsoft.com/office/officeart/2018/5/layout/IconCircleLabelList"/>
    <dgm:cxn modelId="{51466349-3296-44DD-A61B-624F00740795}" type="presParOf" srcId="{C44B0069-1685-430E-AA03-82F9DFA8731F}" destId="{05295F9F-EF1B-40FE-99C7-7F74359F88C0}" srcOrd="1" destOrd="0" presId="urn:microsoft.com/office/officeart/2018/5/layout/IconCircleLabelList"/>
    <dgm:cxn modelId="{4D1CD067-F48F-47B2-9401-01DCCFBD9B2E}" type="presParOf" srcId="{C44B0069-1685-430E-AA03-82F9DFA8731F}" destId="{E8A03272-A9EE-4789-979A-39C5D83F2868}" srcOrd="2" destOrd="0" presId="urn:microsoft.com/office/officeart/2018/5/layout/IconCircleLabelList"/>
    <dgm:cxn modelId="{B9671F30-33A3-4F9E-85C4-816E3BD61055}" type="presParOf" srcId="{E8A03272-A9EE-4789-979A-39C5D83F2868}" destId="{73F3CF8A-64B4-4175-8182-F992B0D569DE}" srcOrd="0" destOrd="0" presId="urn:microsoft.com/office/officeart/2018/5/layout/IconCircleLabelList"/>
    <dgm:cxn modelId="{76A8C6FA-146C-4A14-9463-B424E4E921BA}" type="presParOf" srcId="{E8A03272-A9EE-4789-979A-39C5D83F2868}" destId="{E3F7F698-7147-42D7-A0B8-2B7C1C518335}" srcOrd="1" destOrd="0" presId="urn:microsoft.com/office/officeart/2018/5/layout/IconCircleLabelList"/>
    <dgm:cxn modelId="{CE3A11B8-68AA-4E7D-87E0-AE6B994CE119}" type="presParOf" srcId="{E8A03272-A9EE-4789-979A-39C5D83F2868}" destId="{6E88FAC5-A652-40D6-AA8A-60740306F877}" srcOrd="2" destOrd="0" presId="urn:microsoft.com/office/officeart/2018/5/layout/IconCircleLabelList"/>
    <dgm:cxn modelId="{A3CA5D0B-F6A4-45B1-B6C3-B7B32F7097B7}" type="presParOf" srcId="{E8A03272-A9EE-4789-979A-39C5D83F2868}" destId="{017DD3E5-96FA-47F5-8779-681229EF2E53}" srcOrd="3" destOrd="0" presId="urn:microsoft.com/office/officeart/2018/5/layout/IconCircleLabelList"/>
    <dgm:cxn modelId="{DC2EB268-9CEB-4207-BEC7-ED0745848F6A}" type="presParOf" srcId="{C44B0069-1685-430E-AA03-82F9DFA8731F}" destId="{597F273B-31D7-4F41-8FFA-C7B1E310BFFC}" srcOrd="3" destOrd="0" presId="urn:microsoft.com/office/officeart/2018/5/layout/IconCircleLabelList"/>
    <dgm:cxn modelId="{47D27B9A-86BD-46C4-9A5F-54E863267BDE}" type="presParOf" srcId="{C44B0069-1685-430E-AA03-82F9DFA8731F}" destId="{29CAA163-C0CF-4E8A-8AF6-77B42B0FBF5C}" srcOrd="4" destOrd="0" presId="urn:microsoft.com/office/officeart/2018/5/layout/IconCircleLabelList"/>
    <dgm:cxn modelId="{F020FEE7-9D60-40EC-A521-76B39308080E}" type="presParOf" srcId="{29CAA163-C0CF-4E8A-8AF6-77B42B0FBF5C}" destId="{45402D6E-8913-419A-B31D-4722059556CD}" srcOrd="0" destOrd="0" presId="urn:microsoft.com/office/officeart/2018/5/layout/IconCircleLabelList"/>
    <dgm:cxn modelId="{291B646D-7839-4182-8CF9-05CAFE49E128}" type="presParOf" srcId="{29CAA163-C0CF-4E8A-8AF6-77B42B0FBF5C}" destId="{05DD8B05-A1B9-488F-B471-A35F93495916}" srcOrd="1" destOrd="0" presId="urn:microsoft.com/office/officeart/2018/5/layout/IconCircleLabelList"/>
    <dgm:cxn modelId="{949BFBAB-3623-4F2E-A21B-C2BF6A0A9A7F}" type="presParOf" srcId="{29CAA163-C0CF-4E8A-8AF6-77B42B0FBF5C}" destId="{3F817216-BDCB-41BE-9AF5-4C00EE3D7DBF}" srcOrd="2" destOrd="0" presId="urn:microsoft.com/office/officeart/2018/5/layout/IconCircleLabelList"/>
    <dgm:cxn modelId="{DB12E7DC-C694-4B70-9D20-E64FFE06A735}" type="presParOf" srcId="{29CAA163-C0CF-4E8A-8AF6-77B42B0FBF5C}" destId="{E3497567-6E7F-4FDE-B019-E35E82CEDB30}" srcOrd="3" destOrd="0" presId="urn:microsoft.com/office/officeart/2018/5/layout/IconCircleLabelList"/>
    <dgm:cxn modelId="{54C68C2E-BD59-4802-B415-579D975DFE4E}" type="presParOf" srcId="{C44B0069-1685-430E-AA03-82F9DFA8731F}" destId="{738CF36E-1ECF-41D4-89ED-989DF828A1F4}" srcOrd="5" destOrd="0" presId="urn:microsoft.com/office/officeart/2018/5/layout/IconCircleLabelList"/>
    <dgm:cxn modelId="{0236BF09-83E3-4893-8721-024FD1B4FA14}" type="presParOf" srcId="{C44B0069-1685-430E-AA03-82F9DFA8731F}" destId="{D58C5C32-D28A-4A7E-92FB-27D7B364FB1D}" srcOrd="6" destOrd="0" presId="urn:microsoft.com/office/officeart/2018/5/layout/IconCircleLabelList"/>
    <dgm:cxn modelId="{3EBF520C-566E-4009-B253-EEC0D5D511AD}" type="presParOf" srcId="{D58C5C32-D28A-4A7E-92FB-27D7B364FB1D}" destId="{DD4DDB86-27B2-4D2D-8432-9BFC50EDA33E}" srcOrd="0" destOrd="0" presId="urn:microsoft.com/office/officeart/2018/5/layout/IconCircleLabelList"/>
    <dgm:cxn modelId="{823735E8-CD1F-44D0-8DBE-6AA685925BFA}" type="presParOf" srcId="{D58C5C32-D28A-4A7E-92FB-27D7B364FB1D}" destId="{2E2D9F34-9765-4373-BC06-1BBE9906941E}" srcOrd="1" destOrd="0" presId="urn:microsoft.com/office/officeart/2018/5/layout/IconCircleLabelList"/>
    <dgm:cxn modelId="{DDB48100-432D-410B-9DB1-E6FC9F819A20}" type="presParOf" srcId="{D58C5C32-D28A-4A7E-92FB-27D7B364FB1D}" destId="{FF645033-4E27-4B79-8CBB-56FFCD13CF2C}" srcOrd="2" destOrd="0" presId="urn:microsoft.com/office/officeart/2018/5/layout/IconCircleLabelList"/>
    <dgm:cxn modelId="{4F585450-7CB0-428E-87AB-248E49BC0B29}" type="presParOf" srcId="{D58C5C32-D28A-4A7E-92FB-27D7B364FB1D}" destId="{802FFB3F-B972-4309-BAA9-BD7DB8C4ACFC}" srcOrd="3" destOrd="0" presId="urn:microsoft.com/office/officeart/2018/5/layout/IconCircleLabelList"/>
    <dgm:cxn modelId="{6BC3CD9D-06C8-429B-B19C-6467D6EFEBDA}" type="presParOf" srcId="{C44B0069-1685-430E-AA03-82F9DFA8731F}" destId="{9328FB06-1C70-469E-8E3A-4514EEE8C6F1}" srcOrd="7" destOrd="0" presId="urn:microsoft.com/office/officeart/2018/5/layout/IconCircleLabelList"/>
    <dgm:cxn modelId="{D3590444-20DF-4616-B96B-26D20E8ED192}" type="presParOf" srcId="{C44B0069-1685-430E-AA03-82F9DFA8731F}" destId="{BF89FA12-9758-448A-9919-44E09B50BFD0}" srcOrd="8" destOrd="0" presId="urn:microsoft.com/office/officeart/2018/5/layout/IconCircleLabelList"/>
    <dgm:cxn modelId="{B192361E-EA18-4777-9D5D-632A91E2582B}" type="presParOf" srcId="{BF89FA12-9758-448A-9919-44E09B50BFD0}" destId="{DA3C5742-E79B-4885-B070-1DC8815AC74B}" srcOrd="0" destOrd="0" presId="urn:microsoft.com/office/officeart/2018/5/layout/IconCircleLabelList"/>
    <dgm:cxn modelId="{5C3B39DC-67BC-4CEF-83E4-8D5F3A42516E}" type="presParOf" srcId="{BF89FA12-9758-448A-9919-44E09B50BFD0}" destId="{6E7D03D7-E47E-4100-8CFE-875D2882F2E8}" srcOrd="1" destOrd="0" presId="urn:microsoft.com/office/officeart/2018/5/layout/IconCircleLabelList"/>
    <dgm:cxn modelId="{43B6663E-8425-4733-AAA7-3449AE41FA0C}" type="presParOf" srcId="{BF89FA12-9758-448A-9919-44E09B50BFD0}" destId="{4FC2A05B-50E8-4A3E-929B-63C79772F4AE}" srcOrd="2" destOrd="0" presId="urn:microsoft.com/office/officeart/2018/5/layout/IconCircleLabelList"/>
    <dgm:cxn modelId="{BE570F99-59DF-4BE4-BAEB-EB142559230E}" type="presParOf" srcId="{BF89FA12-9758-448A-9919-44E09B50BFD0}" destId="{1C1555EB-FC48-4C07-89E3-CAFD19E8B40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6B1E0F-F5E4-4CDF-8819-9FC956613A39}">
      <dsp:nvSpPr>
        <dsp:cNvPr id="0" name=""/>
        <dsp:cNvSpPr/>
      </dsp:nvSpPr>
      <dsp:spPr>
        <a:xfrm>
          <a:off x="0" y="0"/>
          <a:ext cx="711791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6E7B64-9014-4A3C-BE6F-68F30FA1013A}">
      <dsp:nvSpPr>
        <dsp:cNvPr id="0" name=""/>
        <dsp:cNvSpPr/>
      </dsp:nvSpPr>
      <dsp:spPr>
        <a:xfrm>
          <a:off x="0" y="0"/>
          <a:ext cx="7117918" cy="644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Dual LLM and Searching system</a:t>
          </a:r>
        </a:p>
      </dsp:txBody>
      <dsp:txXfrm>
        <a:off x="0" y="0"/>
        <a:ext cx="7117918" cy="644631"/>
      </dsp:txXfrm>
    </dsp:sp>
    <dsp:sp modelId="{F3726E4F-EF14-4FE7-A351-966446FB6214}">
      <dsp:nvSpPr>
        <dsp:cNvPr id="0" name=""/>
        <dsp:cNvSpPr/>
      </dsp:nvSpPr>
      <dsp:spPr>
        <a:xfrm>
          <a:off x="0" y="644631"/>
          <a:ext cx="7117918" cy="0"/>
        </a:xfrm>
        <a:prstGeom prst="line">
          <a:avLst/>
        </a:prstGeom>
        <a:solidFill>
          <a:schemeClr val="accent2">
            <a:hueOff val="-1150967"/>
            <a:satOff val="-2058"/>
            <a:lumOff val="3081"/>
            <a:alphaOff val="0"/>
          </a:schemeClr>
        </a:solidFill>
        <a:ln w="12700" cap="flat" cmpd="sng" algn="ctr">
          <a:solidFill>
            <a:schemeClr val="accent2">
              <a:hueOff val="-1150967"/>
              <a:satOff val="-2058"/>
              <a:lumOff val="30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05F3AC-7597-459E-97E1-34B82D6EB3AA}">
      <dsp:nvSpPr>
        <dsp:cNvPr id="0" name=""/>
        <dsp:cNvSpPr/>
      </dsp:nvSpPr>
      <dsp:spPr>
        <a:xfrm>
          <a:off x="0" y="644631"/>
          <a:ext cx="7117918" cy="644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Ingredient based results</a:t>
          </a:r>
        </a:p>
      </dsp:txBody>
      <dsp:txXfrm>
        <a:off x="0" y="644631"/>
        <a:ext cx="7117918" cy="644631"/>
      </dsp:txXfrm>
    </dsp:sp>
    <dsp:sp modelId="{B46F970B-A5A4-4A2E-939A-9C000300CC9F}">
      <dsp:nvSpPr>
        <dsp:cNvPr id="0" name=""/>
        <dsp:cNvSpPr/>
      </dsp:nvSpPr>
      <dsp:spPr>
        <a:xfrm>
          <a:off x="0" y="1289262"/>
          <a:ext cx="7117918" cy="0"/>
        </a:xfrm>
        <a:prstGeom prst="line">
          <a:avLst/>
        </a:prstGeom>
        <a:solidFill>
          <a:schemeClr val="accent2">
            <a:hueOff val="-2301933"/>
            <a:satOff val="-4116"/>
            <a:lumOff val="6162"/>
            <a:alphaOff val="0"/>
          </a:schemeClr>
        </a:solidFill>
        <a:ln w="12700" cap="flat" cmpd="sng" algn="ctr">
          <a:solidFill>
            <a:schemeClr val="accent2">
              <a:hueOff val="-2301933"/>
              <a:satOff val="-4116"/>
              <a:lumOff val="616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66C626-386D-4185-AE2E-69ADDCA8C257}">
      <dsp:nvSpPr>
        <dsp:cNvPr id="0" name=""/>
        <dsp:cNvSpPr/>
      </dsp:nvSpPr>
      <dsp:spPr>
        <a:xfrm>
          <a:off x="0" y="1289262"/>
          <a:ext cx="7117918" cy="644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Enhanced Doubt clarification</a:t>
          </a:r>
        </a:p>
      </dsp:txBody>
      <dsp:txXfrm>
        <a:off x="0" y="1289262"/>
        <a:ext cx="7117918" cy="644631"/>
      </dsp:txXfrm>
    </dsp:sp>
    <dsp:sp modelId="{6261299A-4172-40EA-AD59-12DB5C8E6E3B}">
      <dsp:nvSpPr>
        <dsp:cNvPr id="0" name=""/>
        <dsp:cNvSpPr/>
      </dsp:nvSpPr>
      <dsp:spPr>
        <a:xfrm>
          <a:off x="0" y="1933893"/>
          <a:ext cx="7117918" cy="0"/>
        </a:xfrm>
        <a:prstGeom prst="line">
          <a:avLst/>
        </a:prstGeom>
        <a:solidFill>
          <a:schemeClr val="accent2">
            <a:hueOff val="-3452899"/>
            <a:satOff val="-6174"/>
            <a:lumOff val="9243"/>
            <a:alphaOff val="0"/>
          </a:schemeClr>
        </a:solidFill>
        <a:ln w="12700" cap="flat" cmpd="sng" algn="ctr">
          <a:solidFill>
            <a:schemeClr val="accent2">
              <a:hueOff val="-3452899"/>
              <a:satOff val="-6174"/>
              <a:lumOff val="92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035CC5-E367-4608-B07A-0D6F18203945}">
      <dsp:nvSpPr>
        <dsp:cNvPr id="0" name=""/>
        <dsp:cNvSpPr/>
      </dsp:nvSpPr>
      <dsp:spPr>
        <a:xfrm>
          <a:off x="0" y="1933893"/>
          <a:ext cx="7117918" cy="644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Can suggest substitutes for ingredients for any recipe</a:t>
          </a:r>
        </a:p>
      </dsp:txBody>
      <dsp:txXfrm>
        <a:off x="0" y="1933893"/>
        <a:ext cx="7117918" cy="644631"/>
      </dsp:txXfrm>
    </dsp:sp>
    <dsp:sp modelId="{EB598A76-F874-4BB8-A768-6E30C31981C0}">
      <dsp:nvSpPr>
        <dsp:cNvPr id="0" name=""/>
        <dsp:cNvSpPr/>
      </dsp:nvSpPr>
      <dsp:spPr>
        <a:xfrm>
          <a:off x="0" y="2578524"/>
          <a:ext cx="7117918" cy="0"/>
        </a:xfrm>
        <a:prstGeom prst="line">
          <a:avLst/>
        </a:prstGeom>
        <a:solidFill>
          <a:schemeClr val="accent2">
            <a:hueOff val="-4603866"/>
            <a:satOff val="-8233"/>
            <a:lumOff val="12325"/>
            <a:alphaOff val="0"/>
          </a:schemeClr>
        </a:solidFill>
        <a:ln w="12700" cap="flat" cmpd="sng" algn="ctr">
          <a:solidFill>
            <a:schemeClr val="accent2">
              <a:hueOff val="-4603866"/>
              <a:satOff val="-8233"/>
              <a:lumOff val="123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5C4524-1A4E-475F-96AB-C2588A16229D}">
      <dsp:nvSpPr>
        <dsp:cNvPr id="0" name=""/>
        <dsp:cNvSpPr/>
      </dsp:nvSpPr>
      <dsp:spPr>
        <a:xfrm>
          <a:off x="0" y="2578524"/>
          <a:ext cx="7117918" cy="644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Auto suggestions</a:t>
          </a:r>
        </a:p>
      </dsp:txBody>
      <dsp:txXfrm>
        <a:off x="0" y="2578524"/>
        <a:ext cx="7117918" cy="644631"/>
      </dsp:txXfrm>
    </dsp:sp>
    <dsp:sp modelId="{C1751D04-751E-4DCB-87DF-559557A58EE8}">
      <dsp:nvSpPr>
        <dsp:cNvPr id="0" name=""/>
        <dsp:cNvSpPr/>
      </dsp:nvSpPr>
      <dsp:spPr>
        <a:xfrm>
          <a:off x="0" y="3223155"/>
          <a:ext cx="7117918" cy="0"/>
        </a:xfrm>
        <a:prstGeom prst="line">
          <a:avLst/>
        </a:prstGeom>
        <a:solidFill>
          <a:schemeClr val="accent2">
            <a:hueOff val="-5754832"/>
            <a:satOff val="-10291"/>
            <a:lumOff val="15406"/>
            <a:alphaOff val="0"/>
          </a:schemeClr>
        </a:solidFill>
        <a:ln w="12700" cap="flat" cmpd="sng" algn="ctr">
          <a:solidFill>
            <a:schemeClr val="accent2">
              <a:hueOff val="-5754832"/>
              <a:satOff val="-10291"/>
              <a:lumOff val="154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6C8CF-4FB5-424B-9064-7F945A3D49C3}">
      <dsp:nvSpPr>
        <dsp:cNvPr id="0" name=""/>
        <dsp:cNvSpPr/>
      </dsp:nvSpPr>
      <dsp:spPr>
        <a:xfrm>
          <a:off x="0" y="3223155"/>
          <a:ext cx="7117918" cy="644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Friendly User Interface</a:t>
          </a:r>
        </a:p>
      </dsp:txBody>
      <dsp:txXfrm>
        <a:off x="0" y="3223155"/>
        <a:ext cx="7117918" cy="644631"/>
      </dsp:txXfrm>
    </dsp:sp>
    <dsp:sp modelId="{C58D446F-939B-4924-A16D-6FE6EA4889F0}">
      <dsp:nvSpPr>
        <dsp:cNvPr id="0" name=""/>
        <dsp:cNvSpPr/>
      </dsp:nvSpPr>
      <dsp:spPr>
        <a:xfrm>
          <a:off x="0" y="3867786"/>
          <a:ext cx="7117918" cy="0"/>
        </a:xfrm>
        <a:prstGeom prst="line">
          <a:avLst/>
        </a:prstGeom>
        <a:solidFill>
          <a:schemeClr val="accent2">
            <a:hueOff val="-6905799"/>
            <a:satOff val="-12349"/>
            <a:lumOff val="18487"/>
            <a:alphaOff val="0"/>
          </a:schemeClr>
        </a:solidFill>
        <a:ln w="12700" cap="flat" cmpd="sng" algn="ctr">
          <a:solidFill>
            <a:schemeClr val="accent2">
              <a:hueOff val="-6905799"/>
              <a:satOff val="-12349"/>
              <a:lumOff val="184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F3A55A-A0D3-49BB-9122-6979F86C84AB}">
      <dsp:nvSpPr>
        <dsp:cNvPr id="0" name=""/>
        <dsp:cNvSpPr/>
      </dsp:nvSpPr>
      <dsp:spPr>
        <a:xfrm>
          <a:off x="0" y="3867786"/>
          <a:ext cx="7117918" cy="644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Detailed Information about recipes</a:t>
          </a:r>
        </a:p>
      </dsp:txBody>
      <dsp:txXfrm>
        <a:off x="0" y="3867786"/>
        <a:ext cx="7117918" cy="644631"/>
      </dsp:txXfrm>
    </dsp:sp>
    <dsp:sp modelId="{B48E6666-6689-44F8-80FB-A9EAF692C268}">
      <dsp:nvSpPr>
        <dsp:cNvPr id="0" name=""/>
        <dsp:cNvSpPr/>
      </dsp:nvSpPr>
      <dsp:spPr>
        <a:xfrm>
          <a:off x="0" y="4512417"/>
          <a:ext cx="7117918" cy="0"/>
        </a:xfrm>
        <a:prstGeom prst="line">
          <a:avLst/>
        </a:prstGeom>
        <a:solidFill>
          <a:schemeClr val="accent2">
            <a:hueOff val="-8056765"/>
            <a:satOff val="-14407"/>
            <a:lumOff val="21568"/>
            <a:alphaOff val="0"/>
          </a:schemeClr>
        </a:solidFill>
        <a:ln w="12700" cap="flat" cmpd="sng" algn="ctr">
          <a:solidFill>
            <a:schemeClr val="accent2">
              <a:hueOff val="-8056765"/>
              <a:satOff val="-14407"/>
              <a:lumOff val="2156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235DE2-C8DC-48F8-90B3-09111F12EB56}">
      <dsp:nvSpPr>
        <dsp:cNvPr id="0" name=""/>
        <dsp:cNvSpPr/>
      </dsp:nvSpPr>
      <dsp:spPr>
        <a:xfrm>
          <a:off x="0" y="4512417"/>
          <a:ext cx="7117918" cy="644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Enhanced Interaction with LLMs</a:t>
          </a:r>
        </a:p>
      </dsp:txBody>
      <dsp:txXfrm>
        <a:off x="0" y="4512417"/>
        <a:ext cx="7117918" cy="6446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652E46-7CF9-466A-B061-A3E625D3964D}">
      <dsp:nvSpPr>
        <dsp:cNvPr id="0" name=""/>
        <dsp:cNvSpPr/>
      </dsp:nvSpPr>
      <dsp:spPr>
        <a:xfrm>
          <a:off x="338718" y="565428"/>
          <a:ext cx="1050820" cy="105082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B92770-5530-4039-8012-0AFAAA7FE984}">
      <dsp:nvSpPr>
        <dsp:cNvPr id="0" name=""/>
        <dsp:cNvSpPr/>
      </dsp:nvSpPr>
      <dsp:spPr>
        <a:xfrm>
          <a:off x="562664" y="789373"/>
          <a:ext cx="602929" cy="6029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A3717-96FF-4C20-8E68-CFE4397A99FC}">
      <dsp:nvSpPr>
        <dsp:cNvPr id="0" name=""/>
        <dsp:cNvSpPr/>
      </dsp:nvSpPr>
      <dsp:spPr>
        <a:xfrm>
          <a:off x="2800" y="1943553"/>
          <a:ext cx="1722656" cy="68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Improving searching techniques</a:t>
          </a:r>
        </a:p>
      </dsp:txBody>
      <dsp:txXfrm>
        <a:off x="2800" y="1943553"/>
        <a:ext cx="1722656" cy="689062"/>
      </dsp:txXfrm>
    </dsp:sp>
    <dsp:sp modelId="{73F3CF8A-64B4-4175-8182-F992B0D569DE}">
      <dsp:nvSpPr>
        <dsp:cNvPr id="0" name=""/>
        <dsp:cNvSpPr/>
      </dsp:nvSpPr>
      <dsp:spPr>
        <a:xfrm>
          <a:off x="2362839" y="565428"/>
          <a:ext cx="1050820" cy="105082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F7F698-7147-42D7-A0B8-2B7C1C518335}">
      <dsp:nvSpPr>
        <dsp:cNvPr id="0" name=""/>
        <dsp:cNvSpPr/>
      </dsp:nvSpPr>
      <dsp:spPr>
        <a:xfrm>
          <a:off x="2586785" y="789373"/>
          <a:ext cx="602929" cy="6029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7DD3E5-96FA-47F5-8779-681229EF2E53}">
      <dsp:nvSpPr>
        <dsp:cNvPr id="0" name=""/>
        <dsp:cNvSpPr/>
      </dsp:nvSpPr>
      <dsp:spPr>
        <a:xfrm>
          <a:off x="2026921" y="1943553"/>
          <a:ext cx="1722656" cy="68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Image Search</a:t>
          </a:r>
        </a:p>
      </dsp:txBody>
      <dsp:txXfrm>
        <a:off x="2026921" y="1943553"/>
        <a:ext cx="1722656" cy="689062"/>
      </dsp:txXfrm>
    </dsp:sp>
    <dsp:sp modelId="{45402D6E-8913-419A-B31D-4722059556CD}">
      <dsp:nvSpPr>
        <dsp:cNvPr id="0" name=""/>
        <dsp:cNvSpPr/>
      </dsp:nvSpPr>
      <dsp:spPr>
        <a:xfrm>
          <a:off x="4386960" y="565428"/>
          <a:ext cx="1050820" cy="105082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DD8B05-A1B9-488F-B471-A35F93495916}">
      <dsp:nvSpPr>
        <dsp:cNvPr id="0" name=""/>
        <dsp:cNvSpPr/>
      </dsp:nvSpPr>
      <dsp:spPr>
        <a:xfrm>
          <a:off x="4610906" y="789373"/>
          <a:ext cx="602929" cy="6029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497567-6E7F-4FDE-B019-E35E82CEDB30}">
      <dsp:nvSpPr>
        <dsp:cNvPr id="0" name=""/>
        <dsp:cNvSpPr/>
      </dsp:nvSpPr>
      <dsp:spPr>
        <a:xfrm>
          <a:off x="4051042" y="1943553"/>
          <a:ext cx="1722656" cy="68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dynamic search results based on preferences</a:t>
          </a:r>
        </a:p>
      </dsp:txBody>
      <dsp:txXfrm>
        <a:off x="4051042" y="1943553"/>
        <a:ext cx="1722656" cy="689062"/>
      </dsp:txXfrm>
    </dsp:sp>
    <dsp:sp modelId="{DD4DDB86-27B2-4D2D-8432-9BFC50EDA33E}">
      <dsp:nvSpPr>
        <dsp:cNvPr id="0" name=""/>
        <dsp:cNvSpPr/>
      </dsp:nvSpPr>
      <dsp:spPr>
        <a:xfrm>
          <a:off x="1350779" y="3063280"/>
          <a:ext cx="1050820" cy="105082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2D9F34-9765-4373-BC06-1BBE9906941E}">
      <dsp:nvSpPr>
        <dsp:cNvPr id="0" name=""/>
        <dsp:cNvSpPr/>
      </dsp:nvSpPr>
      <dsp:spPr>
        <a:xfrm>
          <a:off x="1574724" y="3287225"/>
          <a:ext cx="602929" cy="60292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FFB3F-B972-4309-BAA9-BD7DB8C4ACFC}">
      <dsp:nvSpPr>
        <dsp:cNvPr id="0" name=""/>
        <dsp:cNvSpPr/>
      </dsp:nvSpPr>
      <dsp:spPr>
        <a:xfrm>
          <a:off x="1014861" y="4441405"/>
          <a:ext cx="1722656" cy="68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Video Tutorial</a:t>
          </a:r>
        </a:p>
      </dsp:txBody>
      <dsp:txXfrm>
        <a:off x="1014861" y="4441405"/>
        <a:ext cx="1722656" cy="689062"/>
      </dsp:txXfrm>
    </dsp:sp>
    <dsp:sp modelId="{DA3C5742-E79B-4885-B070-1DC8815AC74B}">
      <dsp:nvSpPr>
        <dsp:cNvPr id="0" name=""/>
        <dsp:cNvSpPr/>
      </dsp:nvSpPr>
      <dsp:spPr>
        <a:xfrm>
          <a:off x="3374900" y="3063280"/>
          <a:ext cx="1050820" cy="105082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7D03D7-E47E-4100-8CFE-875D2882F2E8}">
      <dsp:nvSpPr>
        <dsp:cNvPr id="0" name=""/>
        <dsp:cNvSpPr/>
      </dsp:nvSpPr>
      <dsp:spPr>
        <a:xfrm>
          <a:off x="3598845" y="3287225"/>
          <a:ext cx="602929" cy="60292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1555EB-FC48-4C07-89E3-CAFD19E8B40A}">
      <dsp:nvSpPr>
        <dsp:cNvPr id="0" name=""/>
        <dsp:cNvSpPr/>
      </dsp:nvSpPr>
      <dsp:spPr>
        <a:xfrm>
          <a:off x="3038982" y="4441405"/>
          <a:ext cx="1722656" cy="68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Feedback system and likes</a:t>
          </a:r>
        </a:p>
      </dsp:txBody>
      <dsp:txXfrm>
        <a:off x="3038982" y="4441405"/>
        <a:ext cx="1722656" cy="6890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7/21/2024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737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8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63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7/21/2024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18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7/21/2024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46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7/21/2024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68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7/21/2024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91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7/21/2024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30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7/21/2024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095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10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321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7/21/2024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236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0" r:id="rId7"/>
    <p:sldLayoutId id="2147483741" r:id="rId8"/>
    <p:sldLayoutId id="2147483742" r:id="rId9"/>
    <p:sldLayoutId id="2147483749" r:id="rId10"/>
    <p:sldLayoutId id="21474837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9.svg"/><Relationship Id="rId7" Type="http://schemas.openxmlformats.org/officeDocument/2006/relationships/image" Target="../media/image4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E999F5-2CE1-4B92-AE4D-CFA1FD65E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7C797E-2C31-4AA7-8F6B-E3A3B6119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6" name="Decorative Circles">
            <a:extLst>
              <a:ext uri="{FF2B5EF4-FFF2-40B4-BE49-F238E27FC236}">
                <a16:creationId xmlns:a16="http://schemas.microsoft.com/office/drawing/2014/main" id="{FC4D4B1C-D809-485D-81BF-4E72EF2C9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484" y="236341"/>
            <a:ext cx="10677791" cy="4262956"/>
            <a:chOff x="767484" y="236341"/>
            <a:chExt cx="10677791" cy="426295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419B235-5471-4AFC-B9D7-3B817A94BE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9767" y="3283228"/>
              <a:ext cx="226735" cy="22673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BAAA152-28A7-4436-AC14-410FADF9C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54608" y="498500"/>
              <a:ext cx="466441" cy="4664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8F735A2-2948-468A-8877-7C0D2C6479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90699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4BDD3F4-51EE-42A9-9969-2BA9F2BF02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448" y="38039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E27CF5B-913F-49DB-9612-5075B6B71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67484" y="2755518"/>
              <a:ext cx="466441" cy="466441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24E9CCC-368F-41FC-9E65-AC6BC6493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31908" y="3813254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B685874-BFA5-4FE3-BF8F-8D4A7E2DD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75095" y="3592374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59AE034-DC9F-4C9C-BF86-BB64EC73D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4104" y="4385930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Oval 2">
            <a:extLst>
              <a:ext uri="{FF2B5EF4-FFF2-40B4-BE49-F238E27FC236}">
                <a16:creationId xmlns:a16="http://schemas.microsoft.com/office/drawing/2014/main" id="{379FD4A4-8F4F-4B98-8314-FAF69C304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474" y="305966"/>
            <a:ext cx="2051331" cy="205133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1">
            <a:extLst>
              <a:ext uri="{FF2B5EF4-FFF2-40B4-BE49-F238E27FC236}">
                <a16:creationId xmlns:a16="http://schemas.microsoft.com/office/drawing/2014/main" id="{AD52B045-90A2-4692-82BF-1BAF578E1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7938" y="1"/>
            <a:ext cx="3403731" cy="2935728"/>
          </a:xfrm>
          <a:custGeom>
            <a:avLst/>
            <a:gdLst>
              <a:gd name="connsiteX0" fmla="*/ 288659 w 3192131"/>
              <a:gd name="connsiteY0" fmla="*/ 0 h 2753222"/>
              <a:gd name="connsiteX1" fmla="*/ 3192131 w 3192131"/>
              <a:gd name="connsiteY1" fmla="*/ 0 h 2753222"/>
              <a:gd name="connsiteX2" fmla="*/ 3192131 w 3192131"/>
              <a:gd name="connsiteY2" fmla="*/ 2058956 h 2753222"/>
              <a:gd name="connsiteX3" fmla="*/ 3158043 w 3192131"/>
              <a:gd name="connsiteY3" fmla="*/ 2104541 h 2753222"/>
              <a:gd name="connsiteX4" fmla="*/ 1782545 w 3192131"/>
              <a:gd name="connsiteY4" fmla="*/ 2753222 h 2753222"/>
              <a:gd name="connsiteX5" fmla="*/ 0 w 3192131"/>
              <a:gd name="connsiteY5" fmla="*/ 970677 h 2753222"/>
              <a:gd name="connsiteX6" fmla="*/ 215144 w 3192131"/>
              <a:gd name="connsiteY6" fmla="*/ 121011 h 2753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2131" h="2753222">
                <a:moveTo>
                  <a:pt x="288659" y="0"/>
                </a:moveTo>
                <a:lnTo>
                  <a:pt x="3192131" y="0"/>
                </a:lnTo>
                <a:lnTo>
                  <a:pt x="3192131" y="2058956"/>
                </a:lnTo>
                <a:lnTo>
                  <a:pt x="3158043" y="2104541"/>
                </a:lnTo>
                <a:cubicBezTo>
                  <a:pt x="2831098" y="2500707"/>
                  <a:pt x="2336311" y="2753222"/>
                  <a:pt x="1782545" y="2753222"/>
                </a:cubicBezTo>
                <a:cubicBezTo>
                  <a:pt x="798073" y="2753222"/>
                  <a:pt x="0" y="1955149"/>
                  <a:pt x="0" y="970677"/>
                </a:cubicBezTo>
                <a:cubicBezTo>
                  <a:pt x="0" y="663030"/>
                  <a:pt x="77937" y="373585"/>
                  <a:pt x="215144" y="12101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128E46-9CA5-3F91-F60F-3B26BFC4E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1798" y="1122363"/>
            <a:ext cx="6245357" cy="2387600"/>
          </a:xfrm>
        </p:spPr>
        <p:txBody>
          <a:bodyPr>
            <a:normAutofit/>
          </a:bodyPr>
          <a:lstStyle/>
          <a:p>
            <a:r>
              <a:rPr lang="en-US" sz="7200" dirty="0"/>
              <a:t>Recipe Realm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8DE35B-EB23-9C55-F6B3-5DB38FF27D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1798" y="3602038"/>
            <a:ext cx="6245357" cy="1655762"/>
          </a:xfrm>
        </p:spPr>
        <p:txBody>
          <a:bodyPr>
            <a:normAutofit/>
          </a:bodyPr>
          <a:lstStyle/>
          <a:p>
            <a:r>
              <a:rPr lang="en-US" dirty="0"/>
              <a:t>Project Demo</a:t>
            </a:r>
          </a:p>
        </p:txBody>
      </p:sp>
      <p:pic>
        <p:nvPicPr>
          <p:cNvPr id="31" name="Picture 30" descr="A blue and purple dots&#10;&#10;Description automatically generated">
            <a:extLst>
              <a:ext uri="{FF2B5EF4-FFF2-40B4-BE49-F238E27FC236}">
                <a16:creationId xmlns:a16="http://schemas.microsoft.com/office/drawing/2014/main" id="{177BAEA7-F73A-CA0A-5B8F-2D1D03919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46" y="811570"/>
            <a:ext cx="1360306" cy="1020229"/>
          </a:xfrm>
          <a:prstGeom prst="rect">
            <a:avLst/>
          </a:prstGeom>
        </p:spPr>
      </p:pic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749B8F52-E10A-7237-0C68-CDB7188AB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1340" y="275202"/>
            <a:ext cx="2387513" cy="1790635"/>
          </a:xfrm>
          <a:prstGeom prst="rect">
            <a:avLst/>
          </a:prstGeom>
        </p:spPr>
      </p:pic>
      <p:sp>
        <p:nvSpPr>
          <p:cNvPr id="33" name="Oval 3">
            <a:extLst>
              <a:ext uri="{FF2B5EF4-FFF2-40B4-BE49-F238E27FC236}">
                <a16:creationId xmlns:a16="http://schemas.microsoft.com/office/drawing/2014/main" id="{9194C6C5-894A-419D-8D82-5022E5CED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 rot="16200000">
            <a:off x="-639576" y="4068576"/>
            <a:ext cx="2914772" cy="1635620"/>
          </a:xfrm>
          <a:custGeom>
            <a:avLst/>
            <a:gdLst>
              <a:gd name="connsiteX0" fmla="*/ 18128 w 4408870"/>
              <a:gd name="connsiteY0" fmla="*/ 0 h 2474031"/>
              <a:gd name="connsiteX1" fmla="*/ 4390742 w 4408870"/>
              <a:gd name="connsiteY1" fmla="*/ 0 h 2474031"/>
              <a:gd name="connsiteX2" fmla="*/ 4397489 w 4408870"/>
              <a:gd name="connsiteY2" fmla="*/ 44205 h 2474031"/>
              <a:gd name="connsiteX3" fmla="*/ 4408870 w 4408870"/>
              <a:gd name="connsiteY3" fmla="*/ 269596 h 2474031"/>
              <a:gd name="connsiteX4" fmla="*/ 2204435 w 4408870"/>
              <a:gd name="connsiteY4" fmla="*/ 2474031 h 2474031"/>
              <a:gd name="connsiteX5" fmla="*/ 0 w 4408870"/>
              <a:gd name="connsiteY5" fmla="*/ 269596 h 2474031"/>
              <a:gd name="connsiteX6" fmla="*/ 11381 w 4408870"/>
              <a:gd name="connsiteY6" fmla="*/ 44205 h 2474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8870" h="2474031">
                <a:moveTo>
                  <a:pt x="18128" y="0"/>
                </a:moveTo>
                <a:lnTo>
                  <a:pt x="4390742" y="0"/>
                </a:lnTo>
                <a:lnTo>
                  <a:pt x="4397489" y="44205"/>
                </a:lnTo>
                <a:cubicBezTo>
                  <a:pt x="4405015" y="118312"/>
                  <a:pt x="4408870" y="193504"/>
                  <a:pt x="4408870" y="269596"/>
                </a:cubicBezTo>
                <a:cubicBezTo>
                  <a:pt x="4408870" y="1487072"/>
                  <a:pt x="3421911" y="2474031"/>
                  <a:pt x="2204435" y="2474031"/>
                </a:cubicBezTo>
                <a:cubicBezTo>
                  <a:pt x="986959" y="2474031"/>
                  <a:pt x="0" y="1487072"/>
                  <a:pt x="0" y="269596"/>
                </a:cubicBezTo>
                <a:cubicBezTo>
                  <a:pt x="0" y="193504"/>
                  <a:pt x="3855" y="118312"/>
                  <a:pt x="11381" y="4420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2BE22D81-C261-43B6-AC46-14B3B5F32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737" t="12146" r="12288" b="12942"/>
          <a:stretch/>
        </p:blipFill>
        <p:spPr>
          <a:xfrm>
            <a:off x="0" y="3409035"/>
            <a:ext cx="1633210" cy="2914772"/>
          </a:xfrm>
          <a:prstGeom prst="rect">
            <a:avLst/>
          </a:prstGeom>
        </p:spPr>
      </p:pic>
      <p:sp>
        <p:nvSpPr>
          <p:cNvPr id="32" name="Oval 4">
            <a:extLst>
              <a:ext uri="{FF2B5EF4-FFF2-40B4-BE49-F238E27FC236}">
                <a16:creationId xmlns:a16="http://schemas.microsoft.com/office/drawing/2014/main" id="{B8E56CE1-3167-4651-B4DD-C175267DC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9994790" y="4395253"/>
            <a:ext cx="2216879" cy="2462747"/>
          </a:xfrm>
          <a:custGeom>
            <a:avLst/>
            <a:gdLst>
              <a:gd name="connsiteX0" fmla="*/ 2133985 w 3086667"/>
              <a:gd name="connsiteY0" fmla="*/ 0 h 3429000"/>
              <a:gd name="connsiteX1" fmla="*/ 2964628 w 3086667"/>
              <a:gd name="connsiteY1" fmla="*/ 167699 h 3429000"/>
              <a:gd name="connsiteX2" fmla="*/ 3086667 w 3086667"/>
              <a:gd name="connsiteY2" fmla="*/ 226489 h 3429000"/>
              <a:gd name="connsiteX3" fmla="*/ 3086667 w 3086667"/>
              <a:gd name="connsiteY3" fmla="*/ 3429000 h 3429000"/>
              <a:gd name="connsiteX4" fmla="*/ 440639 w 3086667"/>
              <a:gd name="connsiteY4" fmla="*/ 3429000 h 3429000"/>
              <a:gd name="connsiteX5" fmla="*/ 364451 w 3086667"/>
              <a:gd name="connsiteY5" fmla="*/ 3327116 h 3429000"/>
              <a:gd name="connsiteX6" fmla="*/ 0 w 3086667"/>
              <a:gd name="connsiteY6" fmla="*/ 2133985 h 3429000"/>
              <a:gd name="connsiteX7" fmla="*/ 2133985 w 3086667"/>
              <a:gd name="connsiteY7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86667" h="3429000">
                <a:moveTo>
                  <a:pt x="2133985" y="0"/>
                </a:moveTo>
                <a:cubicBezTo>
                  <a:pt x="2428627" y="0"/>
                  <a:pt x="2709322" y="59714"/>
                  <a:pt x="2964628" y="167699"/>
                </a:cubicBezTo>
                <a:lnTo>
                  <a:pt x="3086667" y="226489"/>
                </a:lnTo>
                <a:lnTo>
                  <a:pt x="3086667" y="3429000"/>
                </a:lnTo>
                <a:lnTo>
                  <a:pt x="440639" y="3429000"/>
                </a:lnTo>
                <a:lnTo>
                  <a:pt x="364451" y="3327116"/>
                </a:lnTo>
                <a:cubicBezTo>
                  <a:pt x="134356" y="2986530"/>
                  <a:pt x="0" y="2575948"/>
                  <a:pt x="0" y="2133985"/>
                </a:cubicBezTo>
                <a:cubicBezTo>
                  <a:pt x="0" y="955418"/>
                  <a:pt x="955418" y="0"/>
                  <a:pt x="2133985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E0A7D697-3249-4E31-801E-98DF52FBC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567" t="10613" r="29637" b="25876"/>
          <a:stretch/>
        </p:blipFill>
        <p:spPr>
          <a:xfrm>
            <a:off x="9862024" y="4436150"/>
            <a:ext cx="2356469" cy="242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862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B739BF-52FC-4875-B392-4044CC04F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A1CAD8-1CD4-40E6-B88B-9D4FF5C3D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6" name="decorative circles">
            <a:extLst>
              <a:ext uri="{FF2B5EF4-FFF2-40B4-BE49-F238E27FC236}">
                <a16:creationId xmlns:a16="http://schemas.microsoft.com/office/drawing/2014/main" id="{0D65577D-83CF-47FA-954E-60C70AFDB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2361" y="253193"/>
            <a:ext cx="11801644" cy="6229550"/>
            <a:chOff x="162361" y="253193"/>
            <a:chExt cx="11801644" cy="622955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4D2C49A-33C3-4048-8267-6907CA622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0439" y="253193"/>
              <a:ext cx="150552" cy="150552"/>
            </a:xfrm>
            <a:prstGeom prst="ellipse">
              <a:avLst/>
            </a:prstGeom>
            <a:solidFill>
              <a:srgbClr val="974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65CBEB7-29CF-4F21-ABB7-012581304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53890" y="554418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C900504-84D3-4813-B737-775C16F8F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4134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54A3D21-5E60-4B25-890E-FA22F16436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361" y="366560"/>
              <a:ext cx="309716" cy="309716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F04BF80-E9DB-4641-8EA2-51698324F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50638" y="5886224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34395B9-3F83-49A4-9275-0A315D88F5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35072" y="6176963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E7ABD02-CD92-4D6C-B4BA-984D6688F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9653" y="5965616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57AA589-BE1C-31F4-F49B-7572DB615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878" y="952023"/>
            <a:ext cx="10773422" cy="1797530"/>
          </a:xfrm>
        </p:spPr>
        <p:txBody>
          <a:bodyPr anchor="t">
            <a:normAutofit/>
          </a:bodyPr>
          <a:lstStyle/>
          <a:p>
            <a:r>
              <a:rPr lang="en-US" sz="4400"/>
              <a:t>Introduction and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6E9E4-0337-E81A-9246-90BEBFFE4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000" y="2385217"/>
            <a:ext cx="10659110" cy="4351338"/>
          </a:xfrm>
        </p:spPr>
        <p:txBody>
          <a:bodyPr>
            <a:normAutofit/>
          </a:bodyPr>
          <a:lstStyle/>
          <a:p>
            <a:r>
              <a:rPr lang="en-US" sz="2800" dirty="0"/>
              <a:t>Often, people get into a situation that they want to cook something delicious but don’t know what to cook with ingredients at home.</a:t>
            </a:r>
          </a:p>
          <a:p>
            <a:r>
              <a:rPr lang="en-US" sz="2800" dirty="0"/>
              <a:t>Our project aims to address this challenge by providing a solution that takes user-input ingredients and suggests matching recipes.</a:t>
            </a:r>
          </a:p>
          <a:p>
            <a:r>
              <a:rPr lang="en-US" sz="2800" dirty="0"/>
              <a:t>We aim to make a user aware of the various dishes which can be cooked from available set of ingredients given by a user.</a:t>
            </a:r>
          </a:p>
        </p:txBody>
      </p:sp>
    </p:spTree>
    <p:extLst>
      <p:ext uri="{BB962C8B-B14F-4D97-AF65-F5344CB8AC3E}">
        <p14:creationId xmlns:p14="http://schemas.microsoft.com/office/powerpoint/2010/main" val="4245198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0F343-A98C-3029-9949-E18B95B14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AA59241-0A4D-4BFB-F858-96DC79EB230A}"/>
              </a:ext>
            </a:extLst>
          </p:cNvPr>
          <p:cNvSpPr/>
          <p:nvPr/>
        </p:nvSpPr>
        <p:spPr>
          <a:xfrm>
            <a:off x="755650" y="1511350"/>
            <a:ext cx="2306961" cy="1005590"/>
          </a:xfrm>
          <a:prstGeom prst="ellips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Homepage with Fun facts and Textbox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1EEC07-0E5D-21BE-F292-6190CE6D30C3}"/>
              </a:ext>
            </a:extLst>
          </p:cNvPr>
          <p:cNvSpPr/>
          <p:nvPr/>
        </p:nvSpPr>
        <p:spPr>
          <a:xfrm>
            <a:off x="9467837" y="3320291"/>
            <a:ext cx="1652820" cy="300014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Top 3 search results are shown to the user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BF8CD96-AE4C-2440-9058-E9EADB79F099}"/>
              </a:ext>
            </a:extLst>
          </p:cNvPr>
          <p:cNvSpPr/>
          <p:nvPr/>
        </p:nvSpPr>
        <p:spPr>
          <a:xfrm>
            <a:off x="3983052" y="1524090"/>
            <a:ext cx="1796716" cy="98011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User provides Ingredients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119D1445-7CDF-D2A7-76C7-AD4D73C6DE72}"/>
              </a:ext>
            </a:extLst>
          </p:cNvPr>
          <p:cNvSpPr/>
          <p:nvPr/>
        </p:nvSpPr>
        <p:spPr>
          <a:xfrm>
            <a:off x="6678429" y="1517066"/>
            <a:ext cx="1796716" cy="98011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User is given a choice to chose type of LLM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C233883C-7143-CC60-F636-A8442B418FFF}"/>
              </a:ext>
            </a:extLst>
          </p:cNvPr>
          <p:cNvSpPr/>
          <p:nvPr/>
        </p:nvSpPr>
        <p:spPr>
          <a:xfrm>
            <a:off x="9395889" y="1511350"/>
            <a:ext cx="1796716" cy="98011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Based on the LLM the searching technique is applied</a:t>
            </a: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7337EA74-1BDC-F485-BA7A-AD985A2E31FC}"/>
              </a:ext>
            </a:extLst>
          </p:cNvPr>
          <p:cNvSpPr/>
          <p:nvPr/>
        </p:nvSpPr>
        <p:spPr>
          <a:xfrm>
            <a:off x="6160674" y="4149317"/>
            <a:ext cx="1652821" cy="766618"/>
          </a:xfrm>
          <a:prstGeom prst="flowChartDecision">
            <a:avLst/>
          </a:prstGeom>
          <a:solidFill>
            <a:schemeClr val="bg1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Reply</a:t>
            </a:r>
          </a:p>
        </p:txBody>
      </p:sp>
      <p:sp>
        <p:nvSpPr>
          <p:cNvPr id="10" name="Flowchart: Decision 9">
            <a:extLst>
              <a:ext uri="{FF2B5EF4-FFF2-40B4-BE49-F238E27FC236}">
                <a16:creationId xmlns:a16="http://schemas.microsoft.com/office/drawing/2014/main" id="{862D68C2-5133-0083-A8D0-249D075B7207}"/>
              </a:ext>
            </a:extLst>
          </p:cNvPr>
          <p:cNvSpPr/>
          <p:nvPr/>
        </p:nvSpPr>
        <p:spPr>
          <a:xfrm>
            <a:off x="6160674" y="5283723"/>
            <a:ext cx="1652821" cy="766618"/>
          </a:xfrm>
          <a:prstGeom prst="flowChartDecision">
            <a:avLst/>
          </a:prstGeom>
          <a:solidFill>
            <a:schemeClr val="bg1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Load more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CDAD81E-C959-F3A7-4D59-CE117737608E}"/>
              </a:ext>
            </a:extLst>
          </p:cNvPr>
          <p:cNvCxnSpPr>
            <a:stCxn id="4" idx="6"/>
            <a:endCxn id="6" idx="1"/>
          </p:cNvCxnSpPr>
          <p:nvPr/>
        </p:nvCxnSpPr>
        <p:spPr>
          <a:xfrm>
            <a:off x="3062611" y="2014145"/>
            <a:ext cx="92044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B660D7-E09C-4C13-68FD-0C77EAA61AD3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5779768" y="2007121"/>
            <a:ext cx="898661" cy="702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A987CE-AFD1-7EE2-4A74-5904FAB47AFC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8475145" y="2001405"/>
            <a:ext cx="920744" cy="571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DDEB64-7AF0-F926-BAAC-16D1750785EA}"/>
              </a:ext>
            </a:extLst>
          </p:cNvPr>
          <p:cNvCxnSpPr>
            <a:cxnSpLocks/>
            <a:stCxn id="8" idx="2"/>
            <a:endCxn id="5" idx="0"/>
          </p:cNvCxnSpPr>
          <p:nvPr/>
        </p:nvCxnSpPr>
        <p:spPr>
          <a:xfrm>
            <a:off x="10294247" y="2491460"/>
            <a:ext cx="0" cy="8288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078B51DB-B337-FE6B-04A4-9DB55B8738C6}"/>
              </a:ext>
            </a:extLst>
          </p:cNvPr>
          <p:cNvSpPr/>
          <p:nvPr/>
        </p:nvSpPr>
        <p:spPr>
          <a:xfrm>
            <a:off x="3673177" y="4686922"/>
            <a:ext cx="1796716" cy="98011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User asks questions on the Recipes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2FBB7F4-5E05-7393-B01D-FBCD30E78471}"/>
              </a:ext>
            </a:extLst>
          </p:cNvPr>
          <p:cNvCxnSpPr>
            <a:stCxn id="10" idx="1"/>
            <a:endCxn id="5" idx="2"/>
          </p:cNvCxnSpPr>
          <p:nvPr/>
        </p:nvCxnSpPr>
        <p:spPr>
          <a:xfrm rot="10800000" flipH="1" flipV="1">
            <a:off x="6160673" y="5667032"/>
            <a:ext cx="4133573" cy="653402"/>
          </a:xfrm>
          <a:prstGeom prst="bentConnector4">
            <a:avLst>
              <a:gd name="adj1" fmla="val -5530"/>
              <a:gd name="adj2" fmla="val 13498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7E8603A-0676-2EBC-2F64-C45B56EB5B5C}"/>
              </a:ext>
            </a:extLst>
          </p:cNvPr>
          <p:cNvSpPr txBox="1"/>
          <p:nvPr/>
        </p:nvSpPr>
        <p:spPr>
          <a:xfrm>
            <a:off x="7686870" y="6123543"/>
            <a:ext cx="118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Next Top 3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DBB961-07C7-E36A-13FA-42757BA48048}"/>
              </a:ext>
            </a:extLst>
          </p:cNvPr>
          <p:cNvCxnSpPr>
            <a:cxnSpLocks/>
            <a:stCxn id="5" idx="1"/>
            <a:endCxn id="9" idx="3"/>
          </p:cNvCxnSpPr>
          <p:nvPr/>
        </p:nvCxnSpPr>
        <p:spPr>
          <a:xfrm flipH="1" flipV="1">
            <a:off x="7813495" y="4532626"/>
            <a:ext cx="1654342" cy="2877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838175-84CD-E873-A784-2CAC161BBA1A}"/>
              </a:ext>
            </a:extLst>
          </p:cNvPr>
          <p:cNvCxnSpPr>
            <a:stCxn id="5" idx="1"/>
            <a:endCxn id="10" idx="3"/>
          </p:cNvCxnSpPr>
          <p:nvPr/>
        </p:nvCxnSpPr>
        <p:spPr>
          <a:xfrm flipH="1">
            <a:off x="7813495" y="4820363"/>
            <a:ext cx="1654342" cy="8466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47DDF12-9B9A-76EA-41A6-27BF9C7D8A5E}"/>
              </a:ext>
            </a:extLst>
          </p:cNvPr>
          <p:cNvSpPr/>
          <p:nvPr/>
        </p:nvSpPr>
        <p:spPr>
          <a:xfrm>
            <a:off x="1193947" y="4686922"/>
            <a:ext cx="1652820" cy="98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Get response from selected LLM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E3DE46-DE73-AD86-C06C-CF2FEF0C80C1}"/>
              </a:ext>
            </a:extLst>
          </p:cNvPr>
          <p:cNvCxnSpPr>
            <a:stCxn id="15" idx="1"/>
            <a:endCxn id="20" idx="3"/>
          </p:cNvCxnSpPr>
          <p:nvPr/>
        </p:nvCxnSpPr>
        <p:spPr>
          <a:xfrm flipH="1">
            <a:off x="2846767" y="5176977"/>
            <a:ext cx="82641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FBF5C9F-21B4-7CA2-6C6F-33FCBEBA2C00}"/>
              </a:ext>
            </a:extLst>
          </p:cNvPr>
          <p:cNvCxnSpPr>
            <a:stCxn id="9" idx="1"/>
            <a:endCxn id="15" idx="3"/>
          </p:cNvCxnSpPr>
          <p:nvPr/>
        </p:nvCxnSpPr>
        <p:spPr>
          <a:xfrm flipH="1">
            <a:off x="5469893" y="4532626"/>
            <a:ext cx="690781" cy="6443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4DA9B501-AC70-72E0-729E-4A9B34459BDC}"/>
              </a:ext>
            </a:extLst>
          </p:cNvPr>
          <p:cNvCxnSpPr>
            <a:stCxn id="20" idx="0"/>
            <a:endCxn id="9" idx="0"/>
          </p:cNvCxnSpPr>
          <p:nvPr/>
        </p:nvCxnSpPr>
        <p:spPr>
          <a:xfrm rot="5400000" flipH="1" flipV="1">
            <a:off x="4234919" y="1934756"/>
            <a:ext cx="537605" cy="4966728"/>
          </a:xfrm>
          <a:prstGeom prst="bentConnector3">
            <a:avLst>
              <a:gd name="adj1" fmla="val 14252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EA96B1C-8659-ED39-9C2B-E816C8181BC0}"/>
              </a:ext>
            </a:extLst>
          </p:cNvPr>
          <p:cNvCxnSpPr>
            <a:cxnSpLocks/>
            <a:stCxn id="20" idx="1"/>
            <a:endCxn id="25" idx="1"/>
          </p:cNvCxnSpPr>
          <p:nvPr/>
        </p:nvCxnSpPr>
        <p:spPr>
          <a:xfrm rot="10800000" flipH="1">
            <a:off x="1193947" y="3333129"/>
            <a:ext cx="2608704" cy="1843848"/>
          </a:xfrm>
          <a:prstGeom prst="bentConnector3">
            <a:avLst>
              <a:gd name="adj1" fmla="val -876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lowchart: Decision 24">
            <a:extLst>
              <a:ext uri="{FF2B5EF4-FFF2-40B4-BE49-F238E27FC236}">
                <a16:creationId xmlns:a16="http://schemas.microsoft.com/office/drawing/2014/main" id="{185F8572-F4E8-E32E-A8EE-BBD0D64E03A0}"/>
              </a:ext>
            </a:extLst>
          </p:cNvPr>
          <p:cNvSpPr/>
          <p:nvPr/>
        </p:nvSpPr>
        <p:spPr>
          <a:xfrm>
            <a:off x="3802651" y="2949820"/>
            <a:ext cx="2157518" cy="766618"/>
          </a:xfrm>
          <a:prstGeom prst="flowChartDecision">
            <a:avLst/>
          </a:prstGeom>
          <a:solidFill>
            <a:schemeClr val="bg1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New Ingredients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1D1F61C-6092-065D-0BF9-C17AE094F4FD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7879907" y="3320291"/>
            <a:ext cx="1587930" cy="15000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C7EDDC3-365F-1868-F88C-154F05DA780D}"/>
              </a:ext>
            </a:extLst>
          </p:cNvPr>
          <p:cNvCxnSpPr>
            <a:endCxn id="25" idx="3"/>
          </p:cNvCxnSpPr>
          <p:nvPr/>
        </p:nvCxnSpPr>
        <p:spPr>
          <a:xfrm flipH="1">
            <a:off x="5960169" y="3320291"/>
            <a:ext cx="1919738" cy="128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8BE356-2FAE-58B7-EC92-3849A1A1FEEE}"/>
              </a:ext>
            </a:extLst>
          </p:cNvPr>
          <p:cNvCxnSpPr>
            <a:stCxn id="25" idx="0"/>
            <a:endCxn id="6" idx="2"/>
          </p:cNvCxnSpPr>
          <p:nvPr/>
        </p:nvCxnSpPr>
        <p:spPr>
          <a:xfrm flipV="1">
            <a:off x="4881410" y="2504200"/>
            <a:ext cx="0" cy="4456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666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09314-3B14-D1B2-30BB-ECD75AEE7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 Diagram</a:t>
            </a:r>
          </a:p>
        </p:txBody>
      </p:sp>
      <p:pic>
        <p:nvPicPr>
          <p:cNvPr id="153" name="Picture 152">
            <a:extLst>
              <a:ext uri="{FF2B5EF4-FFF2-40B4-BE49-F238E27FC236}">
                <a16:creationId xmlns:a16="http://schemas.microsoft.com/office/drawing/2014/main" id="{E97B4DA8-6230-C9D9-644D-00CE3972A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02774" y="1465621"/>
            <a:ext cx="9586452" cy="539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292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908DE9-5647-483E-B731-49D34A839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6962B4-5DCE-4745-A877-F7237DA68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FC31C6D-653C-4C57-B226-ED6CE571F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2590" y="0"/>
            <a:ext cx="8389411" cy="6858000"/>
          </a:xfrm>
          <a:custGeom>
            <a:avLst/>
            <a:gdLst>
              <a:gd name="connsiteX0" fmla="*/ 1405847 w 8389411"/>
              <a:gd name="connsiteY0" fmla="*/ 0 h 6858000"/>
              <a:gd name="connsiteX1" fmla="*/ 8389411 w 8389411"/>
              <a:gd name="connsiteY1" fmla="*/ 0 h 6858000"/>
              <a:gd name="connsiteX2" fmla="*/ 8389411 w 8389411"/>
              <a:gd name="connsiteY2" fmla="*/ 6858000 h 6858000"/>
              <a:gd name="connsiteX3" fmla="*/ 1403382 w 8389411"/>
              <a:gd name="connsiteY3" fmla="*/ 6858000 h 6858000"/>
              <a:gd name="connsiteX4" fmla="*/ 1126450 w 8389411"/>
              <a:gd name="connsiteY4" fmla="*/ 6554701 h 6858000"/>
              <a:gd name="connsiteX5" fmla="*/ 0 w 8389411"/>
              <a:gd name="connsiteY5" fmla="*/ 3431347 h 6858000"/>
              <a:gd name="connsiteX6" fmla="*/ 1281495 w 8389411"/>
              <a:gd name="connsiteY6" fmla="*/ 1298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9411" h="6858000">
                <a:moveTo>
                  <a:pt x="1405847" y="0"/>
                </a:moveTo>
                <a:lnTo>
                  <a:pt x="8389411" y="0"/>
                </a:lnTo>
                <a:lnTo>
                  <a:pt x="8389411" y="6858000"/>
                </a:lnTo>
                <a:lnTo>
                  <a:pt x="1403382" y="6858000"/>
                </a:lnTo>
                <a:lnTo>
                  <a:pt x="1126450" y="6554701"/>
                </a:lnTo>
                <a:cubicBezTo>
                  <a:pt x="422736" y="5705928"/>
                  <a:pt x="0" y="4617776"/>
                  <a:pt x="0" y="3431347"/>
                </a:cubicBezTo>
                <a:cubicBezTo>
                  <a:pt x="0" y="2160173"/>
                  <a:pt x="485281" y="1001818"/>
                  <a:pt x="1281495" y="1298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5" name="decorative circles">
            <a:extLst>
              <a:ext uri="{FF2B5EF4-FFF2-40B4-BE49-F238E27FC236}">
                <a16:creationId xmlns:a16="http://schemas.microsoft.com/office/drawing/2014/main" id="{C310B041-3468-403A-926B-E3C1CF443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4914" y="299808"/>
            <a:ext cx="11521822" cy="6038357"/>
            <a:chOff x="244914" y="299808"/>
            <a:chExt cx="11521822" cy="6038357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65CBEB7-29CF-4F21-ABB7-012581304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00295" y="515708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C900504-84D3-4813-B737-775C16F8F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4134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3902316-BF90-4159-9FD2-6CFCCF7BE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448" y="38039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F04BF80-E9DB-4641-8EA2-51698324F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25899" y="5741646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34395B9-3F83-49A4-9275-0A315D88F5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0333" y="6032385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E7ABD02-CD92-4D6C-B4BA-984D6688F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914" y="5821038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4662399-7E59-F531-53D6-04C159A70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878" y="952022"/>
            <a:ext cx="2862591" cy="5157049"/>
          </a:xfrm>
        </p:spPr>
        <p:txBody>
          <a:bodyPr anchor="ctr">
            <a:normAutofit/>
          </a:bodyPr>
          <a:lstStyle/>
          <a:p>
            <a:r>
              <a:rPr lang="en-US" sz="4400" dirty="0"/>
              <a:t>Key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36ED82-8501-4BCF-314A-43C59775B5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2830128"/>
              </p:ext>
            </p:extLst>
          </p:nvPr>
        </p:nvGraphicFramePr>
        <p:xfrm>
          <a:off x="4629151" y="952022"/>
          <a:ext cx="7117918" cy="5157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8191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92F5BF-9B19-4AA1-9CFD-668C68E89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8F725B-F103-44AE-A014-C549F832F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B336017-F12B-485C-B5E1-B6971DA0C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6735901" cy="6619825"/>
          </a:xfrm>
          <a:custGeom>
            <a:avLst/>
            <a:gdLst>
              <a:gd name="connsiteX0" fmla="*/ 1224540 w 2115556"/>
              <a:gd name="connsiteY0" fmla="*/ 0 h 2079100"/>
              <a:gd name="connsiteX1" fmla="*/ 2090421 w 2115556"/>
              <a:gd name="connsiteY1" fmla="*/ 358660 h 2079100"/>
              <a:gd name="connsiteX2" fmla="*/ 2115556 w 2115556"/>
              <a:gd name="connsiteY2" fmla="*/ 386315 h 2079100"/>
              <a:gd name="connsiteX3" fmla="*/ 2115556 w 2115556"/>
              <a:gd name="connsiteY3" fmla="*/ 2062765 h 2079100"/>
              <a:gd name="connsiteX4" fmla="*/ 2100710 w 2115556"/>
              <a:gd name="connsiteY4" fmla="*/ 2079100 h 2079100"/>
              <a:gd name="connsiteX5" fmla="*/ 348370 w 2115556"/>
              <a:gd name="connsiteY5" fmla="*/ 2079100 h 2079100"/>
              <a:gd name="connsiteX6" fmla="*/ 279625 w 2115556"/>
              <a:gd name="connsiteY6" fmla="*/ 2003461 h 2079100"/>
              <a:gd name="connsiteX7" fmla="*/ 0 w 2115556"/>
              <a:gd name="connsiteY7" fmla="*/ 1224540 h 2079100"/>
              <a:gd name="connsiteX8" fmla="*/ 1224540 w 2115556"/>
              <a:gd name="connsiteY8" fmla="*/ 0 h 207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5556" h="2079100">
                <a:moveTo>
                  <a:pt x="1224540" y="0"/>
                </a:moveTo>
                <a:cubicBezTo>
                  <a:pt x="1562687" y="0"/>
                  <a:pt x="1868823" y="137062"/>
                  <a:pt x="2090421" y="358660"/>
                </a:cubicBezTo>
                <a:lnTo>
                  <a:pt x="2115556" y="386315"/>
                </a:lnTo>
                <a:lnTo>
                  <a:pt x="2115556" y="2062765"/>
                </a:lnTo>
                <a:lnTo>
                  <a:pt x="2100710" y="2079100"/>
                </a:lnTo>
                <a:lnTo>
                  <a:pt x="348370" y="2079100"/>
                </a:lnTo>
                <a:lnTo>
                  <a:pt x="279625" y="2003461"/>
                </a:lnTo>
                <a:cubicBezTo>
                  <a:pt x="104938" y="1791789"/>
                  <a:pt x="0" y="1520419"/>
                  <a:pt x="0" y="1224540"/>
                </a:cubicBezTo>
                <a:cubicBezTo>
                  <a:pt x="0" y="548245"/>
                  <a:pt x="548245" y="0"/>
                  <a:pt x="122454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5" name="Decorative Circles">
            <a:extLst>
              <a:ext uri="{FF2B5EF4-FFF2-40B4-BE49-F238E27FC236}">
                <a16:creationId xmlns:a16="http://schemas.microsoft.com/office/drawing/2014/main" id="{F5A61916-5232-4B70-82EC-D57A132B4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51383" y="299808"/>
            <a:ext cx="1784496" cy="6421669"/>
            <a:chOff x="9951383" y="299808"/>
            <a:chExt cx="1784496" cy="6421669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65CBEB7-29CF-4F21-ABB7-012581304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9438" y="429897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C900504-84D3-4813-B737-775C16F8F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4134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F04BF80-E9DB-4641-8EA2-51698324F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236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34395B9-3F83-49A4-9275-0A315D88F5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16802" y="6415697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E7ABD02-CD92-4D6C-B4BA-984D6688F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51383" y="6204350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D0E890-CA7D-5784-0627-50E14B19F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599" y="952022"/>
            <a:ext cx="4606280" cy="5157049"/>
          </a:xfrm>
        </p:spPr>
        <p:txBody>
          <a:bodyPr anchor="ctr">
            <a:normAutofit/>
          </a:bodyPr>
          <a:lstStyle/>
          <a:p>
            <a:r>
              <a:rPr lang="en-US" sz="4400"/>
              <a:t>Future Enhancements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9C67C0-4F62-BFE5-4492-C086523B20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8631988"/>
              </p:ext>
            </p:extLst>
          </p:nvPr>
        </p:nvGraphicFramePr>
        <p:xfrm>
          <a:off x="340692" y="413175"/>
          <a:ext cx="5776500" cy="5695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1242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9B5B3C5-A599-465B-B2B9-866E8B208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C84982-7DD0-43B1-8A2D-BFA4DF1B4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1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7AB4D1A-6270-4D15-9F1C-349AF05AF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553057-9FF3-400D-90FC-4F897734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32" name="Decorative Circles">
            <a:extLst>
              <a:ext uri="{FF2B5EF4-FFF2-40B4-BE49-F238E27FC236}">
                <a16:creationId xmlns:a16="http://schemas.microsoft.com/office/drawing/2014/main" id="{FFAB95AE-AE0F-4D82-A957-C1FE11C53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484" y="236341"/>
            <a:ext cx="10677791" cy="4262956"/>
            <a:chOff x="767484" y="236341"/>
            <a:chExt cx="10677791" cy="4262956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A5C0E34-833A-4A81-9A27-E03E0EB21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9767" y="3283228"/>
              <a:ext cx="226735" cy="22673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43D5840-78C4-4DDD-A239-29FC71B8D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13359" y="386135"/>
              <a:ext cx="466441" cy="4664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EA2506C-4097-4C37-AB61-12712392E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90699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26A544A-3C76-4502-A741-F4DB0E2CD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448" y="38039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BA1AACA-257E-441B-837C-A7436CB2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67484" y="2755518"/>
              <a:ext cx="466441" cy="466441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AD1D194-BF30-4E78-B2C4-860ABCD58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31908" y="3813254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51373E2-E4A1-406C-AAF4-2750E933FE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75095" y="3592374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1F67221-E5C0-4E62-9F4D-4E6FC8E73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4104" y="4385930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Oval 2">
            <a:extLst>
              <a:ext uri="{FF2B5EF4-FFF2-40B4-BE49-F238E27FC236}">
                <a16:creationId xmlns:a16="http://schemas.microsoft.com/office/drawing/2014/main" id="{5D2FE535-33D9-4D08-9B67-47CF8CC7E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474" y="305966"/>
            <a:ext cx="2051331" cy="20513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1">
            <a:extLst>
              <a:ext uri="{FF2B5EF4-FFF2-40B4-BE49-F238E27FC236}">
                <a16:creationId xmlns:a16="http://schemas.microsoft.com/office/drawing/2014/main" id="{1CB206CF-E798-414B-B6B6-2B6E96871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78580" y="0"/>
            <a:ext cx="2733089" cy="2357297"/>
          </a:xfrm>
          <a:custGeom>
            <a:avLst/>
            <a:gdLst>
              <a:gd name="connsiteX0" fmla="*/ 288659 w 3192131"/>
              <a:gd name="connsiteY0" fmla="*/ 0 h 2753222"/>
              <a:gd name="connsiteX1" fmla="*/ 3192131 w 3192131"/>
              <a:gd name="connsiteY1" fmla="*/ 0 h 2753222"/>
              <a:gd name="connsiteX2" fmla="*/ 3192131 w 3192131"/>
              <a:gd name="connsiteY2" fmla="*/ 2058956 h 2753222"/>
              <a:gd name="connsiteX3" fmla="*/ 3158043 w 3192131"/>
              <a:gd name="connsiteY3" fmla="*/ 2104541 h 2753222"/>
              <a:gd name="connsiteX4" fmla="*/ 1782545 w 3192131"/>
              <a:gd name="connsiteY4" fmla="*/ 2753222 h 2753222"/>
              <a:gd name="connsiteX5" fmla="*/ 0 w 3192131"/>
              <a:gd name="connsiteY5" fmla="*/ 970677 h 2753222"/>
              <a:gd name="connsiteX6" fmla="*/ 215144 w 3192131"/>
              <a:gd name="connsiteY6" fmla="*/ 121011 h 2753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2131" h="2753222">
                <a:moveTo>
                  <a:pt x="288659" y="0"/>
                </a:moveTo>
                <a:lnTo>
                  <a:pt x="3192131" y="0"/>
                </a:lnTo>
                <a:lnTo>
                  <a:pt x="3192131" y="2058956"/>
                </a:lnTo>
                <a:lnTo>
                  <a:pt x="3158043" y="2104541"/>
                </a:lnTo>
                <a:cubicBezTo>
                  <a:pt x="2831098" y="2500707"/>
                  <a:pt x="2336311" y="2753222"/>
                  <a:pt x="1782545" y="2753222"/>
                </a:cubicBezTo>
                <a:cubicBezTo>
                  <a:pt x="798073" y="2753222"/>
                  <a:pt x="0" y="1955149"/>
                  <a:pt x="0" y="970677"/>
                </a:cubicBezTo>
                <a:cubicBezTo>
                  <a:pt x="0" y="663030"/>
                  <a:pt x="77937" y="373585"/>
                  <a:pt x="215144" y="121011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8A06537E-CB60-4703-A5FF-0C413BB01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31" t="30907" r="23362" b="17441"/>
          <a:stretch/>
        </p:blipFill>
        <p:spPr>
          <a:xfrm>
            <a:off x="9573575" y="-4327"/>
            <a:ext cx="2668147" cy="23758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7EB009-D7DE-D8AE-F723-C990C0AA8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605" y="1510554"/>
            <a:ext cx="7063739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dirty="0"/>
              <a:t>Thank you</a:t>
            </a: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7F427EE0-0478-4A7D-94D8-E51EE9ACB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6399" y="319698"/>
            <a:ext cx="2037600" cy="2037600"/>
          </a:xfrm>
          <a:prstGeom prst="rect">
            <a:avLst/>
          </a:prstGeom>
        </p:spPr>
      </p:pic>
      <p:sp>
        <p:nvSpPr>
          <p:cNvPr id="50" name="Oval 3">
            <a:extLst>
              <a:ext uri="{FF2B5EF4-FFF2-40B4-BE49-F238E27FC236}">
                <a16:creationId xmlns:a16="http://schemas.microsoft.com/office/drawing/2014/main" id="{11C1B1CF-F716-4EA9-BB3A-85AE11437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 rot="16200000">
            <a:off x="-639576" y="4068576"/>
            <a:ext cx="2914772" cy="1635620"/>
          </a:xfrm>
          <a:custGeom>
            <a:avLst/>
            <a:gdLst>
              <a:gd name="connsiteX0" fmla="*/ 18128 w 4408870"/>
              <a:gd name="connsiteY0" fmla="*/ 0 h 2474031"/>
              <a:gd name="connsiteX1" fmla="*/ 4390742 w 4408870"/>
              <a:gd name="connsiteY1" fmla="*/ 0 h 2474031"/>
              <a:gd name="connsiteX2" fmla="*/ 4397489 w 4408870"/>
              <a:gd name="connsiteY2" fmla="*/ 44205 h 2474031"/>
              <a:gd name="connsiteX3" fmla="*/ 4408870 w 4408870"/>
              <a:gd name="connsiteY3" fmla="*/ 269596 h 2474031"/>
              <a:gd name="connsiteX4" fmla="*/ 2204435 w 4408870"/>
              <a:gd name="connsiteY4" fmla="*/ 2474031 h 2474031"/>
              <a:gd name="connsiteX5" fmla="*/ 0 w 4408870"/>
              <a:gd name="connsiteY5" fmla="*/ 269596 h 2474031"/>
              <a:gd name="connsiteX6" fmla="*/ 11381 w 4408870"/>
              <a:gd name="connsiteY6" fmla="*/ 44205 h 2474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8870" h="2474031">
                <a:moveTo>
                  <a:pt x="18128" y="0"/>
                </a:moveTo>
                <a:lnTo>
                  <a:pt x="4390742" y="0"/>
                </a:lnTo>
                <a:lnTo>
                  <a:pt x="4397489" y="44205"/>
                </a:lnTo>
                <a:cubicBezTo>
                  <a:pt x="4405015" y="118312"/>
                  <a:pt x="4408870" y="193504"/>
                  <a:pt x="4408870" y="269596"/>
                </a:cubicBezTo>
                <a:cubicBezTo>
                  <a:pt x="4408870" y="1487072"/>
                  <a:pt x="3421911" y="2474031"/>
                  <a:pt x="2204435" y="2474031"/>
                </a:cubicBezTo>
                <a:cubicBezTo>
                  <a:pt x="986959" y="2474031"/>
                  <a:pt x="0" y="1487072"/>
                  <a:pt x="0" y="269596"/>
                </a:cubicBezTo>
                <a:cubicBezTo>
                  <a:pt x="0" y="193504"/>
                  <a:pt x="3855" y="118312"/>
                  <a:pt x="11381" y="4420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37083F91-C28A-466E-A0D2-C510356BB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5737" t="12146" r="12288" b="12942"/>
          <a:stretch/>
        </p:blipFill>
        <p:spPr>
          <a:xfrm>
            <a:off x="0" y="3409035"/>
            <a:ext cx="1633210" cy="2914772"/>
          </a:xfrm>
          <a:prstGeom prst="rect">
            <a:avLst/>
          </a:prstGeom>
        </p:spPr>
      </p:pic>
      <p:sp>
        <p:nvSpPr>
          <p:cNvPr id="54" name="Oval 4">
            <a:extLst>
              <a:ext uri="{FF2B5EF4-FFF2-40B4-BE49-F238E27FC236}">
                <a16:creationId xmlns:a16="http://schemas.microsoft.com/office/drawing/2014/main" id="{C5A4BEDA-180D-4F05-BED0-FCA62B717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9994790" y="4395253"/>
            <a:ext cx="2216879" cy="2462747"/>
          </a:xfrm>
          <a:custGeom>
            <a:avLst/>
            <a:gdLst>
              <a:gd name="connsiteX0" fmla="*/ 2133985 w 3086667"/>
              <a:gd name="connsiteY0" fmla="*/ 0 h 3429000"/>
              <a:gd name="connsiteX1" fmla="*/ 2964628 w 3086667"/>
              <a:gd name="connsiteY1" fmla="*/ 167699 h 3429000"/>
              <a:gd name="connsiteX2" fmla="*/ 3086667 w 3086667"/>
              <a:gd name="connsiteY2" fmla="*/ 226489 h 3429000"/>
              <a:gd name="connsiteX3" fmla="*/ 3086667 w 3086667"/>
              <a:gd name="connsiteY3" fmla="*/ 3429000 h 3429000"/>
              <a:gd name="connsiteX4" fmla="*/ 440639 w 3086667"/>
              <a:gd name="connsiteY4" fmla="*/ 3429000 h 3429000"/>
              <a:gd name="connsiteX5" fmla="*/ 364451 w 3086667"/>
              <a:gd name="connsiteY5" fmla="*/ 3327116 h 3429000"/>
              <a:gd name="connsiteX6" fmla="*/ 0 w 3086667"/>
              <a:gd name="connsiteY6" fmla="*/ 2133985 h 3429000"/>
              <a:gd name="connsiteX7" fmla="*/ 2133985 w 3086667"/>
              <a:gd name="connsiteY7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86667" h="3429000">
                <a:moveTo>
                  <a:pt x="2133985" y="0"/>
                </a:moveTo>
                <a:cubicBezTo>
                  <a:pt x="2428627" y="0"/>
                  <a:pt x="2709322" y="59714"/>
                  <a:pt x="2964628" y="167699"/>
                </a:cubicBezTo>
                <a:lnTo>
                  <a:pt x="3086667" y="226489"/>
                </a:lnTo>
                <a:lnTo>
                  <a:pt x="3086667" y="3429000"/>
                </a:lnTo>
                <a:lnTo>
                  <a:pt x="440639" y="3429000"/>
                </a:lnTo>
                <a:lnTo>
                  <a:pt x="364451" y="3327116"/>
                </a:lnTo>
                <a:cubicBezTo>
                  <a:pt x="134356" y="2986530"/>
                  <a:pt x="0" y="2575948"/>
                  <a:pt x="0" y="2133985"/>
                </a:cubicBezTo>
                <a:cubicBezTo>
                  <a:pt x="0" y="955418"/>
                  <a:pt x="955418" y="0"/>
                  <a:pt x="2133985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2CC0D334-814F-4E8B-846F-D4001B39A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2606" t="11163" r="32354" b="30172"/>
          <a:stretch/>
        </p:blipFill>
        <p:spPr>
          <a:xfrm>
            <a:off x="9994790" y="4395253"/>
            <a:ext cx="2216879" cy="246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362164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Custom 30">
      <a:dk1>
        <a:sysClr val="windowText" lastClr="000000"/>
      </a:dk1>
      <a:lt1>
        <a:sysClr val="window" lastClr="FFFFFF"/>
      </a:lt1>
      <a:dk2>
        <a:srgbClr val="420023"/>
      </a:dk2>
      <a:lt2>
        <a:srgbClr val="FDFBF9"/>
      </a:lt2>
      <a:accent1>
        <a:srgbClr val="97446E"/>
      </a:accent1>
      <a:accent2>
        <a:srgbClr val="A40056"/>
      </a:accent2>
      <a:accent3>
        <a:srgbClr val="24BEEE"/>
      </a:accent3>
      <a:accent4>
        <a:srgbClr val="91274F"/>
      </a:accent4>
      <a:accent5>
        <a:srgbClr val="F39E29"/>
      </a:accent5>
      <a:accent6>
        <a:srgbClr val="E87450"/>
      </a:accent6>
      <a:hlink>
        <a:srgbClr val="F55D5D"/>
      </a:hlink>
      <a:folHlink>
        <a:srgbClr val="EA3A60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192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Nova</vt:lpstr>
      <vt:lpstr>ConfettiVTI</vt:lpstr>
      <vt:lpstr>Recipe Realm</vt:lpstr>
      <vt:lpstr>Introduction and Problem statement</vt:lpstr>
      <vt:lpstr>Workflow</vt:lpstr>
      <vt:lpstr>Architecture Diagram</vt:lpstr>
      <vt:lpstr>Key Features</vt:lpstr>
      <vt:lpstr>Future Enhancements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Manovihar Sirimalla</dc:creator>
  <cp:lastModifiedBy>Manovihar Sirimalla</cp:lastModifiedBy>
  <cp:revision>3</cp:revision>
  <dcterms:created xsi:type="dcterms:W3CDTF">2024-07-21T11:54:29Z</dcterms:created>
  <dcterms:modified xsi:type="dcterms:W3CDTF">2024-07-21T15:20:38Z</dcterms:modified>
</cp:coreProperties>
</file>